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y="5143500" cx="9144000"/>
  <p:notesSz cx="6858000" cy="9144000"/>
  <p:embeddedFontLst>
    <p:embeddedFont>
      <p:font typeface="Nunito Sans Light"/>
      <p:regular r:id="rId16"/>
      <p:bold r:id="rId17"/>
      <p:italic r:id="rId18"/>
      <p:boldItalic r:id="rId19"/>
    </p:embeddedFont>
    <p:embeddedFont>
      <p:font typeface="Fira Sans Extra Condensed Medium"/>
      <p:regular r:id="rId20"/>
      <p:bold r:id="rId21"/>
      <p:italic r:id="rId22"/>
      <p:boldItalic r:id="rId23"/>
    </p:embeddedFont>
    <p:embeddedFont>
      <p:font typeface="Nuni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iraSansExtraCondensedMedium-regular.fntdata"/><Relationship Id="rId22" Type="http://schemas.openxmlformats.org/officeDocument/2006/relationships/font" Target="fonts/FiraSansExtraCondensedMedium-italic.fntdata"/><Relationship Id="rId21" Type="http://schemas.openxmlformats.org/officeDocument/2006/relationships/font" Target="fonts/FiraSansExtraCondensedMedium-bold.fntdata"/><Relationship Id="rId24" Type="http://schemas.openxmlformats.org/officeDocument/2006/relationships/font" Target="fonts/NunitoSans-regular.fntdata"/><Relationship Id="rId23" Type="http://schemas.openxmlformats.org/officeDocument/2006/relationships/font" Target="fonts/FiraSansExtraCondensedMedium-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Sans-italic.fntdata"/><Relationship Id="rId25" Type="http://schemas.openxmlformats.org/officeDocument/2006/relationships/font" Target="fonts/NunitoSans-bold.fntdata"/><Relationship Id="rId27" Type="http://schemas.openxmlformats.org/officeDocument/2006/relationships/font" Target="fonts/Nunito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NunitoSansLight-bold.fntdata"/><Relationship Id="rId16" Type="http://schemas.openxmlformats.org/officeDocument/2006/relationships/font" Target="fonts/NunitoSansLight-regular.fntdata"/><Relationship Id="rId19" Type="http://schemas.openxmlformats.org/officeDocument/2006/relationships/font" Target="fonts/NunitoSansLight-boldItalic.fntdata"/><Relationship Id="rId18" Type="http://schemas.openxmlformats.org/officeDocument/2006/relationships/font" Target="fonts/NunitoSansLight-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6ba719071f_1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6ba719071f_1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“Hello, my name is Elizabeth Rice, and this project examines whether the Buffalo Bills gain a measurable performance advantage when playing home games in cold weather. This work analyzes 20+ years of game outcomes and weather conditions to evaluate whether the Bills’ new open-air stadium makes sense from a performance perspective.”</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120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7592669a89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7592669a89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rPr>
              <a:t>“The problem I wanted to explore is whether the Bills actually perform better at home when temperatures drop below freezing. This question became especially relevant after the team chose to build a new open-air stadium rather than a dome.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My prediction goal was to see whether cold home conditions increase win probability or scoring margin, indicating a real advantage.”</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690e1e4d8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690e1e4d8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 used two complementary datasets: TeamRankings for performance metrics, and NFLWeather for game-day weather. These were merged by date to produce a unified table containing temperature, wind, precipitation, scoring margin, and win/loss. I also created derived variables like cold32, cold40, wind chill, and precipitation flags to standardize conditions.”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690e1e4d8d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690e1e4d8d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t>Preliminary plots showed promising signals. The Bills won about 70% of freezing home games but only 40% of freezing away games. Their scoring margin also remained stable at home in cold, but declined significantly in away games under the same conditions. These trends motivated deeper modeling to confirm the effect while controlling for confounders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abbb123e6e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abbb123e6e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“These plots show how the Bills’ home-game temperatures are distributed, how cold and non-cold games form two distinct groups, and how weather conditions like precipitation vary with temperature. Together, they highlight that cold games represent a clearly different environment, setting the stage for deeper model analysis.”</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abbb123e6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abbb123e6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“I built four models to evaluate the cold-weather effect. Logistic and linear regression helped quantify the impact of temperature and interactions. Random Forest and XGBoost allowed me to explore nonlinear patterns and variable importance.”</a:t>
            </a:r>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690e1e4d8d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690e1e4d8d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“Across all methods, the interaction between being at home and playing in cold temperatures consistently produced positive, significant effects. Temperature by itself wasn’t very predictive, but temperature combined with home status was. Precipitation had weaker signal, and extreme wind introduced noise.”</a:t>
            </a:r>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bbb123e6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abbb123e6e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“I validated each model with 10-fold cross-validation and evaluated logistic models using ROC-AUC and Brier scores. Regression models used RMSE. I also ran robustness checks by redefining cold thresholds, removing extreme-wind games, and isolating only the Josh Allen era. All tests showed consistent direction.”</a:t>
            </a:r>
            <a:endParaRPr/>
          </a:p>
          <a:p>
            <a:pPr indent="0" lvl="0" marL="0" rtl="0" algn="l">
              <a:spcBef>
                <a:spcPts val="120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abbb123e6e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abbb123e6e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“The models predict that freezing home games increase win probability by five to seven percentage points and boost scoring margin by about three points. These effects are modest but real — enough to matter over multiple seasons. This supports the Bills’ decision to keep an open-air stadium: the cold is part of their competitive advantage.”</a:t>
            </a:r>
            <a:endParaRPr/>
          </a:p>
          <a:p>
            <a:pPr indent="0" lvl="0" marL="0" rtl="0" algn="l">
              <a:lnSpc>
                <a:spcPct val="115000"/>
              </a:lnSpc>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bbb123e6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bbb123e6e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t>“In conclusion, the data strongly suggest that the Buffalo Bills benefit from cold weather when playing at home. This effect appears across all models and remains stable across seasons and quarterback eras. It validates the idea that the team is built for cold weather and offers an analytical defense of the new stadium’s open-air design.”</a:t>
            </a:r>
            <a:endParaRPr/>
          </a:p>
          <a:p>
            <a:pPr indent="0" lvl="0" marL="0" rtl="0" algn="l">
              <a:spcBef>
                <a:spcPts val="120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690e1e4d8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690e1e4d8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8" name="Shape 8"/>
        <p:cNvGrpSpPr/>
        <p:nvPr/>
      </p:nvGrpSpPr>
      <p:grpSpPr>
        <a:xfrm>
          <a:off x="0" y="0"/>
          <a:ext cx="0" cy="0"/>
          <a:chOff x="0" y="0"/>
          <a:chExt cx="0" cy="0"/>
        </a:xfrm>
      </p:grpSpPr>
      <p:sp>
        <p:nvSpPr>
          <p:cNvPr id="9" name="Google Shape;9;p2"/>
          <p:cNvSpPr txBox="1"/>
          <p:nvPr>
            <p:ph type="ctrTitle"/>
          </p:nvPr>
        </p:nvSpPr>
        <p:spPr>
          <a:xfrm flipH="1">
            <a:off x="1871850" y="777375"/>
            <a:ext cx="5400300" cy="1264800"/>
          </a:xfrm>
          <a:prstGeom prst="rect">
            <a:avLst/>
          </a:prstGeom>
        </p:spPr>
        <p:txBody>
          <a:bodyPr anchorCtr="0" anchor="ctr" bIns="91425" lIns="91425" spcFirstLastPara="1" rIns="91425" wrap="square" tIns="91425">
            <a:noAutofit/>
          </a:bodyPr>
          <a:lstStyle>
            <a:lvl1pPr lvl="0" rtl="0" algn="ctr">
              <a:lnSpc>
                <a:spcPct val="80000"/>
              </a:lnSpc>
              <a:spcBef>
                <a:spcPts val="0"/>
              </a:spcBef>
              <a:spcAft>
                <a:spcPts val="0"/>
              </a:spcAft>
              <a:buSzPts val="6000"/>
              <a:buNone/>
              <a:defRPr sz="5200">
                <a:solidFill>
                  <a:schemeClr val="accent2"/>
                </a:solidFill>
              </a:defRPr>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0" name="Google Shape;10;p2"/>
          <p:cNvSpPr txBox="1"/>
          <p:nvPr>
            <p:ph idx="1" type="subTitle"/>
          </p:nvPr>
        </p:nvSpPr>
        <p:spPr>
          <a:xfrm flipH="1">
            <a:off x="2167950" y="497056"/>
            <a:ext cx="4808100" cy="670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solidFill>
                  <a:schemeClr val="lt1"/>
                </a:solidFill>
              </a:defRPr>
            </a:lvl1pPr>
            <a:lvl2pPr lvl="1" rtl="0">
              <a:lnSpc>
                <a:spcPct val="100000"/>
              </a:lnSpc>
              <a:spcBef>
                <a:spcPts val="0"/>
              </a:spcBef>
              <a:spcAft>
                <a:spcPts val="0"/>
              </a:spcAft>
              <a:buSzPts val="1400"/>
              <a:buNone/>
              <a:defRPr sz="1400"/>
            </a:lvl2pPr>
            <a:lvl3pPr lvl="2" rtl="0">
              <a:lnSpc>
                <a:spcPct val="100000"/>
              </a:lnSpc>
              <a:spcBef>
                <a:spcPts val="0"/>
              </a:spcBef>
              <a:spcAft>
                <a:spcPts val="0"/>
              </a:spcAft>
              <a:buSzPts val="1400"/>
              <a:buNone/>
              <a:defRPr sz="1400"/>
            </a:lvl3pPr>
            <a:lvl4pPr lvl="3" rtl="0">
              <a:lnSpc>
                <a:spcPct val="100000"/>
              </a:lnSpc>
              <a:spcBef>
                <a:spcPts val="0"/>
              </a:spcBef>
              <a:spcAft>
                <a:spcPts val="0"/>
              </a:spcAft>
              <a:buSzPts val="1400"/>
              <a:buNone/>
              <a:defRPr sz="1400"/>
            </a:lvl4pPr>
            <a:lvl5pPr lvl="4" rtl="0">
              <a:lnSpc>
                <a:spcPct val="100000"/>
              </a:lnSpc>
              <a:spcBef>
                <a:spcPts val="0"/>
              </a:spcBef>
              <a:spcAft>
                <a:spcPts val="0"/>
              </a:spcAft>
              <a:buSzPts val="1400"/>
              <a:buNone/>
              <a:defRPr sz="1400"/>
            </a:lvl5pPr>
            <a:lvl6pPr lvl="5" rtl="0">
              <a:lnSpc>
                <a:spcPct val="100000"/>
              </a:lnSpc>
              <a:spcBef>
                <a:spcPts val="0"/>
              </a:spcBef>
              <a:spcAft>
                <a:spcPts val="0"/>
              </a:spcAft>
              <a:buSzPts val="1400"/>
              <a:buNone/>
              <a:defRPr sz="1400"/>
            </a:lvl6pPr>
            <a:lvl7pPr lvl="6" rtl="0">
              <a:lnSpc>
                <a:spcPct val="100000"/>
              </a:lnSpc>
              <a:spcBef>
                <a:spcPts val="0"/>
              </a:spcBef>
              <a:spcAft>
                <a:spcPts val="0"/>
              </a:spcAft>
              <a:buSzPts val="1400"/>
              <a:buNone/>
              <a:defRPr sz="1400"/>
            </a:lvl7pPr>
            <a:lvl8pPr lvl="7" rtl="0">
              <a:lnSpc>
                <a:spcPct val="100000"/>
              </a:lnSpc>
              <a:spcBef>
                <a:spcPts val="0"/>
              </a:spcBef>
              <a:spcAft>
                <a:spcPts val="0"/>
              </a:spcAft>
              <a:buSzPts val="1400"/>
              <a:buNone/>
              <a:defRPr sz="1400"/>
            </a:lvl8pPr>
            <a:lvl9pPr lvl="8" rtl="0">
              <a:lnSpc>
                <a:spcPct val="100000"/>
              </a:lnSpc>
              <a:spcBef>
                <a:spcPts val="0"/>
              </a:spcBef>
              <a:spcAft>
                <a:spcPts val="0"/>
              </a:spcAft>
              <a:buSzPts val="1400"/>
              <a:buNone/>
              <a:defRPr sz="14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blipFill>
          <a:blip r:embed="rId2">
            <a:alphaModFix/>
          </a:blip>
          <a:stretch>
            <a:fillRect/>
          </a:stretch>
        </a:blipFill>
      </p:bgPr>
    </p:bg>
    <p:spTree>
      <p:nvGrpSpPr>
        <p:cNvPr id="11" name="Shape 11"/>
        <p:cNvGrpSpPr/>
        <p:nvPr/>
      </p:nvGrpSpPr>
      <p:grpSpPr>
        <a:xfrm>
          <a:off x="0" y="0"/>
          <a:ext cx="0" cy="0"/>
          <a:chOff x="0" y="0"/>
          <a:chExt cx="0" cy="0"/>
        </a:xfrm>
      </p:grpSpPr>
      <p:sp>
        <p:nvSpPr>
          <p:cNvPr id="12" name="Google Shape;12;p3"/>
          <p:cNvSpPr txBox="1"/>
          <p:nvPr>
            <p:ph type="ctrTitle"/>
          </p:nvPr>
        </p:nvSpPr>
        <p:spPr>
          <a:xfrm>
            <a:off x="2572248" y="1137613"/>
            <a:ext cx="2157300" cy="9549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4800">
                <a:solidFill>
                  <a:schemeClr val="l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3" name="Google Shape;13;p3"/>
          <p:cNvSpPr txBox="1"/>
          <p:nvPr>
            <p:ph idx="1" type="subTitle"/>
          </p:nvPr>
        </p:nvSpPr>
        <p:spPr>
          <a:xfrm>
            <a:off x="5369622" y="3498913"/>
            <a:ext cx="2280900" cy="10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4" name="Google Shape;14;p3"/>
          <p:cNvSpPr txBox="1"/>
          <p:nvPr>
            <p:ph hasCustomPrompt="1" idx="2" type="title"/>
          </p:nvPr>
        </p:nvSpPr>
        <p:spPr>
          <a:xfrm>
            <a:off x="1269681" y="1137613"/>
            <a:ext cx="1415700" cy="954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6000"/>
              <a:buNone/>
              <a:defRPr sz="6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4"/>
          <p:cNvSpPr txBox="1"/>
          <p:nvPr>
            <p:ph type="ctrTitle"/>
          </p:nvPr>
        </p:nvSpPr>
        <p:spPr>
          <a:xfrm>
            <a:off x="5424000" y="805850"/>
            <a:ext cx="1804500" cy="9111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800"/>
              <a:buNone/>
              <a:defRPr sz="3000">
                <a:solidFill>
                  <a:schemeClr val="lt1"/>
                </a:solidFill>
              </a:defRPr>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sp>
        <p:nvSpPr>
          <p:cNvPr id="17" name="Google Shape;17;p4"/>
          <p:cNvSpPr txBox="1"/>
          <p:nvPr>
            <p:ph idx="1" type="subTitle"/>
          </p:nvPr>
        </p:nvSpPr>
        <p:spPr>
          <a:xfrm>
            <a:off x="5164800" y="2336943"/>
            <a:ext cx="2322900" cy="178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solidFill>
                  <a:schemeClr val="accent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blipFill>
          <a:blip r:embed="rId2">
            <a:alphaModFix/>
          </a:blip>
          <a:stretch>
            <a:fillRect/>
          </a:stretch>
        </a:blipFill>
      </p:bgPr>
    </p:bg>
    <p:spTree>
      <p:nvGrpSpPr>
        <p:cNvPr id="18" name="Shape 18"/>
        <p:cNvGrpSpPr/>
        <p:nvPr/>
      </p:nvGrpSpPr>
      <p:grpSpPr>
        <a:xfrm>
          <a:off x="0" y="0"/>
          <a:ext cx="0" cy="0"/>
          <a:chOff x="0" y="0"/>
          <a:chExt cx="0" cy="0"/>
        </a:xfrm>
      </p:grpSpPr>
      <p:sp>
        <p:nvSpPr>
          <p:cNvPr id="19" name="Google Shape;19;p5"/>
          <p:cNvSpPr txBox="1"/>
          <p:nvPr>
            <p:ph type="title"/>
          </p:nvPr>
        </p:nvSpPr>
        <p:spPr>
          <a:xfrm>
            <a:off x="635521" y="393300"/>
            <a:ext cx="40311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30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5"/>
          <p:cNvSpPr txBox="1"/>
          <p:nvPr>
            <p:ph idx="2" type="ctrTitle"/>
          </p:nvPr>
        </p:nvSpPr>
        <p:spPr>
          <a:xfrm>
            <a:off x="2705628" y="2085875"/>
            <a:ext cx="1379400" cy="3192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None/>
              <a:defRPr sz="20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1" name="Google Shape;21;p5"/>
          <p:cNvSpPr txBox="1"/>
          <p:nvPr>
            <p:ph idx="1" type="subTitle"/>
          </p:nvPr>
        </p:nvSpPr>
        <p:spPr>
          <a:xfrm>
            <a:off x="1286928" y="1339418"/>
            <a:ext cx="2798100" cy="98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
        <p:nvSpPr>
          <p:cNvPr id="22" name="Google Shape;22;p5"/>
          <p:cNvSpPr txBox="1"/>
          <p:nvPr>
            <p:ph idx="3" type="ctrTitle"/>
          </p:nvPr>
        </p:nvSpPr>
        <p:spPr>
          <a:xfrm>
            <a:off x="5068844" y="2622027"/>
            <a:ext cx="1379400" cy="319200"/>
          </a:xfrm>
          <a:prstGeom prst="rect">
            <a:avLst/>
          </a:prstGeom>
        </p:spPr>
        <p:txBody>
          <a:bodyPr anchorCtr="0" anchor="t" bIns="91425" lIns="91425" spcFirstLastPara="1" rIns="91425" wrap="square" tIns="91425">
            <a:noAutofit/>
          </a:bodyPr>
          <a:lstStyle>
            <a:lvl1pPr lvl="0" rtl="0">
              <a:spcBef>
                <a:spcPts val="0"/>
              </a:spcBef>
              <a:spcAft>
                <a:spcPts val="0"/>
              </a:spcAft>
              <a:buSzPts val="1800"/>
              <a:buNone/>
              <a:defRPr sz="20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23" name="Google Shape;23;p5"/>
          <p:cNvSpPr txBox="1"/>
          <p:nvPr>
            <p:ph idx="4" type="subTitle"/>
          </p:nvPr>
        </p:nvSpPr>
        <p:spPr>
          <a:xfrm>
            <a:off x="5068844" y="2971463"/>
            <a:ext cx="2798100" cy="98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blipFill>
          <a:blip r:embed="rId2">
            <a:alphaModFix/>
          </a:blip>
          <a:stretch>
            <a:fillRect/>
          </a:stretch>
        </a:blipFill>
      </p:bgPr>
    </p:bg>
    <p:spTree>
      <p:nvGrpSpPr>
        <p:cNvPr id="24" name="Shape 24"/>
        <p:cNvGrpSpPr/>
        <p:nvPr/>
      </p:nvGrpSpPr>
      <p:grpSpPr>
        <a:xfrm>
          <a:off x="0" y="0"/>
          <a:ext cx="0" cy="0"/>
          <a:chOff x="0" y="0"/>
          <a:chExt cx="0" cy="0"/>
        </a:xfrm>
      </p:grpSpPr>
      <p:sp>
        <p:nvSpPr>
          <p:cNvPr id="25" name="Google Shape;25;p6"/>
          <p:cNvSpPr txBox="1"/>
          <p:nvPr>
            <p:ph type="title"/>
          </p:nvPr>
        </p:nvSpPr>
        <p:spPr>
          <a:xfrm>
            <a:off x="615268" y="393300"/>
            <a:ext cx="22539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sz="30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blipFill>
          <a:blip r:embed="rId2">
            <a:alphaModFix/>
          </a:blip>
          <a:stretch>
            <a:fillRect/>
          </a:stretch>
        </a:blipFill>
      </p:bgPr>
    </p:bg>
    <p:spTree>
      <p:nvGrpSpPr>
        <p:cNvPr id="26" name="Shape 26"/>
        <p:cNvGrpSpPr/>
        <p:nvPr/>
      </p:nvGrpSpPr>
      <p:grpSpPr>
        <a:xfrm>
          <a:off x="0" y="0"/>
          <a:ext cx="0" cy="0"/>
          <a:chOff x="0" y="0"/>
          <a:chExt cx="0" cy="0"/>
        </a:xfrm>
      </p:grpSpPr>
      <p:sp>
        <p:nvSpPr>
          <p:cNvPr id="27" name="Google Shape;27;p7"/>
          <p:cNvSpPr txBox="1"/>
          <p:nvPr>
            <p:ph type="ctrTitle"/>
          </p:nvPr>
        </p:nvSpPr>
        <p:spPr>
          <a:xfrm>
            <a:off x="915800" y="503467"/>
            <a:ext cx="2489100" cy="128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rgbClr val="000000"/>
              </a:buClr>
              <a:buSzPts val="2800"/>
              <a:buNone/>
              <a:defRPr sz="3000">
                <a:solidFill>
                  <a:schemeClr val="lt1"/>
                </a:solidFill>
              </a:defRPr>
            </a:lvl1pPr>
            <a:lvl2pPr lvl="1" rtl="0" algn="r">
              <a:spcBef>
                <a:spcPts val="0"/>
              </a:spcBef>
              <a:spcAft>
                <a:spcPts val="0"/>
              </a:spcAft>
              <a:buClr>
                <a:srgbClr val="000000"/>
              </a:buClr>
              <a:buSzPts val="1600"/>
              <a:buNone/>
              <a:defRPr sz="1600">
                <a:solidFill>
                  <a:srgbClr val="000000"/>
                </a:solidFill>
              </a:defRPr>
            </a:lvl2pPr>
            <a:lvl3pPr lvl="2" rtl="0" algn="r">
              <a:spcBef>
                <a:spcPts val="0"/>
              </a:spcBef>
              <a:spcAft>
                <a:spcPts val="0"/>
              </a:spcAft>
              <a:buClr>
                <a:srgbClr val="000000"/>
              </a:buClr>
              <a:buSzPts val="1600"/>
              <a:buNone/>
              <a:defRPr sz="1600">
                <a:solidFill>
                  <a:srgbClr val="000000"/>
                </a:solidFill>
              </a:defRPr>
            </a:lvl3pPr>
            <a:lvl4pPr lvl="3" rtl="0" algn="r">
              <a:spcBef>
                <a:spcPts val="0"/>
              </a:spcBef>
              <a:spcAft>
                <a:spcPts val="0"/>
              </a:spcAft>
              <a:buClr>
                <a:srgbClr val="000000"/>
              </a:buClr>
              <a:buSzPts val="1600"/>
              <a:buNone/>
              <a:defRPr sz="1600">
                <a:solidFill>
                  <a:srgbClr val="000000"/>
                </a:solidFill>
              </a:defRPr>
            </a:lvl4pPr>
            <a:lvl5pPr lvl="4" rtl="0" algn="r">
              <a:spcBef>
                <a:spcPts val="0"/>
              </a:spcBef>
              <a:spcAft>
                <a:spcPts val="0"/>
              </a:spcAft>
              <a:buClr>
                <a:srgbClr val="000000"/>
              </a:buClr>
              <a:buSzPts val="1600"/>
              <a:buNone/>
              <a:defRPr sz="1600">
                <a:solidFill>
                  <a:srgbClr val="000000"/>
                </a:solidFill>
              </a:defRPr>
            </a:lvl5pPr>
            <a:lvl6pPr lvl="5" rtl="0" algn="r">
              <a:spcBef>
                <a:spcPts val="0"/>
              </a:spcBef>
              <a:spcAft>
                <a:spcPts val="0"/>
              </a:spcAft>
              <a:buClr>
                <a:srgbClr val="000000"/>
              </a:buClr>
              <a:buSzPts val="1600"/>
              <a:buNone/>
              <a:defRPr sz="1600">
                <a:solidFill>
                  <a:srgbClr val="000000"/>
                </a:solidFill>
              </a:defRPr>
            </a:lvl6pPr>
            <a:lvl7pPr lvl="6" rtl="0" algn="r">
              <a:spcBef>
                <a:spcPts val="0"/>
              </a:spcBef>
              <a:spcAft>
                <a:spcPts val="0"/>
              </a:spcAft>
              <a:buClr>
                <a:srgbClr val="000000"/>
              </a:buClr>
              <a:buSzPts val="1600"/>
              <a:buNone/>
              <a:defRPr sz="1600">
                <a:solidFill>
                  <a:srgbClr val="000000"/>
                </a:solidFill>
              </a:defRPr>
            </a:lvl7pPr>
            <a:lvl8pPr lvl="7" rtl="0" algn="r">
              <a:spcBef>
                <a:spcPts val="0"/>
              </a:spcBef>
              <a:spcAft>
                <a:spcPts val="0"/>
              </a:spcAft>
              <a:buClr>
                <a:srgbClr val="000000"/>
              </a:buClr>
              <a:buSzPts val="1600"/>
              <a:buNone/>
              <a:defRPr sz="1600">
                <a:solidFill>
                  <a:srgbClr val="000000"/>
                </a:solidFill>
              </a:defRPr>
            </a:lvl8pPr>
            <a:lvl9pPr lvl="8" rtl="0" algn="r">
              <a:spcBef>
                <a:spcPts val="0"/>
              </a:spcBef>
              <a:spcAft>
                <a:spcPts val="0"/>
              </a:spcAft>
              <a:buClr>
                <a:srgbClr val="000000"/>
              </a:buClr>
              <a:buSzPts val="1600"/>
              <a:buNone/>
              <a:defRPr sz="1600">
                <a:solidFill>
                  <a:srgbClr val="000000"/>
                </a:solidFill>
              </a:defRPr>
            </a:lvl9pPr>
          </a:lstStyle>
          <a:p/>
        </p:txBody>
      </p:sp>
      <p:sp>
        <p:nvSpPr>
          <p:cNvPr id="28" name="Google Shape;28;p7"/>
          <p:cNvSpPr txBox="1"/>
          <p:nvPr>
            <p:ph idx="1" type="subTitle"/>
          </p:nvPr>
        </p:nvSpPr>
        <p:spPr>
          <a:xfrm>
            <a:off x="915650" y="2324539"/>
            <a:ext cx="2489400" cy="178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rgbClr val="000000"/>
              </a:buClr>
              <a:buSzPts val="1800"/>
              <a:buNone/>
              <a:defRPr sz="1600">
                <a:solidFill>
                  <a:schemeClr val="accent1"/>
                </a:solidFill>
              </a:defRPr>
            </a:lvl1pPr>
            <a:lvl2pPr lvl="1" rtl="0" algn="r">
              <a:lnSpc>
                <a:spcPct val="100000"/>
              </a:lnSpc>
              <a:spcBef>
                <a:spcPts val="0"/>
              </a:spcBef>
              <a:spcAft>
                <a:spcPts val="0"/>
              </a:spcAft>
              <a:buClr>
                <a:srgbClr val="000000"/>
              </a:buClr>
              <a:buSzPts val="1400"/>
              <a:buNone/>
              <a:defRPr>
                <a:solidFill>
                  <a:srgbClr val="000000"/>
                </a:solidFill>
              </a:defRPr>
            </a:lvl2pPr>
            <a:lvl3pPr lvl="2" rtl="0" algn="r">
              <a:lnSpc>
                <a:spcPct val="100000"/>
              </a:lnSpc>
              <a:spcBef>
                <a:spcPts val="0"/>
              </a:spcBef>
              <a:spcAft>
                <a:spcPts val="0"/>
              </a:spcAft>
              <a:buClr>
                <a:srgbClr val="000000"/>
              </a:buClr>
              <a:buSzPts val="1400"/>
              <a:buNone/>
              <a:defRPr>
                <a:solidFill>
                  <a:srgbClr val="000000"/>
                </a:solidFill>
              </a:defRPr>
            </a:lvl3pPr>
            <a:lvl4pPr lvl="3" rtl="0" algn="r">
              <a:lnSpc>
                <a:spcPct val="100000"/>
              </a:lnSpc>
              <a:spcBef>
                <a:spcPts val="0"/>
              </a:spcBef>
              <a:spcAft>
                <a:spcPts val="0"/>
              </a:spcAft>
              <a:buClr>
                <a:srgbClr val="000000"/>
              </a:buClr>
              <a:buSzPts val="1400"/>
              <a:buNone/>
              <a:defRPr>
                <a:solidFill>
                  <a:srgbClr val="000000"/>
                </a:solidFill>
              </a:defRPr>
            </a:lvl4pPr>
            <a:lvl5pPr lvl="4" rtl="0" algn="r">
              <a:lnSpc>
                <a:spcPct val="100000"/>
              </a:lnSpc>
              <a:spcBef>
                <a:spcPts val="0"/>
              </a:spcBef>
              <a:spcAft>
                <a:spcPts val="0"/>
              </a:spcAft>
              <a:buClr>
                <a:srgbClr val="000000"/>
              </a:buClr>
              <a:buSzPts val="1400"/>
              <a:buNone/>
              <a:defRPr>
                <a:solidFill>
                  <a:srgbClr val="000000"/>
                </a:solidFill>
              </a:defRPr>
            </a:lvl5pPr>
            <a:lvl6pPr lvl="5" rtl="0" algn="r">
              <a:lnSpc>
                <a:spcPct val="100000"/>
              </a:lnSpc>
              <a:spcBef>
                <a:spcPts val="0"/>
              </a:spcBef>
              <a:spcAft>
                <a:spcPts val="0"/>
              </a:spcAft>
              <a:buClr>
                <a:srgbClr val="000000"/>
              </a:buClr>
              <a:buSzPts val="1400"/>
              <a:buNone/>
              <a:defRPr>
                <a:solidFill>
                  <a:srgbClr val="000000"/>
                </a:solidFill>
              </a:defRPr>
            </a:lvl6pPr>
            <a:lvl7pPr lvl="6" rtl="0" algn="r">
              <a:lnSpc>
                <a:spcPct val="100000"/>
              </a:lnSpc>
              <a:spcBef>
                <a:spcPts val="0"/>
              </a:spcBef>
              <a:spcAft>
                <a:spcPts val="0"/>
              </a:spcAft>
              <a:buClr>
                <a:srgbClr val="000000"/>
              </a:buClr>
              <a:buSzPts val="1400"/>
              <a:buNone/>
              <a:defRPr>
                <a:solidFill>
                  <a:srgbClr val="000000"/>
                </a:solidFill>
              </a:defRPr>
            </a:lvl7pPr>
            <a:lvl8pPr lvl="7" rtl="0" algn="r">
              <a:lnSpc>
                <a:spcPct val="100000"/>
              </a:lnSpc>
              <a:spcBef>
                <a:spcPts val="0"/>
              </a:spcBef>
              <a:spcAft>
                <a:spcPts val="0"/>
              </a:spcAft>
              <a:buClr>
                <a:srgbClr val="000000"/>
              </a:buClr>
              <a:buSzPts val="1400"/>
              <a:buNone/>
              <a:defRPr>
                <a:solidFill>
                  <a:srgbClr val="000000"/>
                </a:solidFill>
              </a:defRPr>
            </a:lvl8pPr>
            <a:lvl9pPr lvl="8" rtl="0" algn="r">
              <a:lnSpc>
                <a:spcPct val="100000"/>
              </a:lnSpc>
              <a:spcBef>
                <a:spcPts val="0"/>
              </a:spcBef>
              <a:spcAft>
                <a:spcPts val="0"/>
              </a:spcAft>
              <a:buClr>
                <a:srgbClr val="000000"/>
              </a:buClr>
              <a:buSzPts val="1400"/>
              <a:buNone/>
              <a:defRPr>
                <a:solidFill>
                  <a:srgbClr val="000000"/>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8"/>
          <p:cNvSpPr txBox="1"/>
          <p:nvPr>
            <p:ph type="title"/>
          </p:nvPr>
        </p:nvSpPr>
        <p:spPr>
          <a:xfrm>
            <a:off x="3926800" y="450150"/>
            <a:ext cx="3473100" cy="40908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lt1"/>
              </a:buClr>
              <a:buSzPts val="4200"/>
              <a:buNone/>
              <a:defRPr sz="4200">
                <a:solidFill>
                  <a:schemeClr val="lt1"/>
                </a:solidFill>
              </a:defRPr>
            </a:lvl1pPr>
            <a:lvl2pPr lvl="1" algn="ctr">
              <a:spcBef>
                <a:spcPts val="0"/>
              </a:spcBef>
              <a:spcAft>
                <a:spcPts val="0"/>
              </a:spcAft>
              <a:buClr>
                <a:schemeClr val="lt1"/>
              </a:buClr>
              <a:buSzPts val="4200"/>
              <a:buNone/>
              <a:defRPr sz="4200">
                <a:solidFill>
                  <a:schemeClr val="lt1"/>
                </a:solidFill>
              </a:defRPr>
            </a:lvl2pPr>
            <a:lvl3pPr lvl="2" algn="ctr">
              <a:spcBef>
                <a:spcPts val="0"/>
              </a:spcBef>
              <a:spcAft>
                <a:spcPts val="0"/>
              </a:spcAft>
              <a:buClr>
                <a:schemeClr val="lt1"/>
              </a:buClr>
              <a:buSzPts val="4200"/>
              <a:buNone/>
              <a:defRPr sz="4200">
                <a:solidFill>
                  <a:schemeClr val="lt1"/>
                </a:solidFill>
              </a:defRPr>
            </a:lvl3pPr>
            <a:lvl4pPr lvl="3" algn="ctr">
              <a:spcBef>
                <a:spcPts val="0"/>
              </a:spcBef>
              <a:spcAft>
                <a:spcPts val="0"/>
              </a:spcAft>
              <a:buClr>
                <a:schemeClr val="lt1"/>
              </a:buClr>
              <a:buSzPts val="4200"/>
              <a:buNone/>
              <a:defRPr sz="4200">
                <a:solidFill>
                  <a:schemeClr val="lt1"/>
                </a:solidFill>
              </a:defRPr>
            </a:lvl4pPr>
            <a:lvl5pPr lvl="4" algn="ctr">
              <a:spcBef>
                <a:spcPts val="0"/>
              </a:spcBef>
              <a:spcAft>
                <a:spcPts val="0"/>
              </a:spcAft>
              <a:buClr>
                <a:schemeClr val="lt1"/>
              </a:buClr>
              <a:buSzPts val="4200"/>
              <a:buNone/>
              <a:defRPr sz="4200">
                <a:solidFill>
                  <a:schemeClr val="lt1"/>
                </a:solidFill>
              </a:defRPr>
            </a:lvl5pPr>
            <a:lvl6pPr lvl="5" algn="ctr">
              <a:spcBef>
                <a:spcPts val="0"/>
              </a:spcBef>
              <a:spcAft>
                <a:spcPts val="0"/>
              </a:spcAft>
              <a:buClr>
                <a:schemeClr val="lt1"/>
              </a:buClr>
              <a:buSzPts val="4200"/>
              <a:buNone/>
              <a:defRPr sz="4200">
                <a:solidFill>
                  <a:schemeClr val="lt1"/>
                </a:solidFill>
              </a:defRPr>
            </a:lvl6pPr>
            <a:lvl7pPr lvl="6" algn="ctr">
              <a:spcBef>
                <a:spcPts val="0"/>
              </a:spcBef>
              <a:spcAft>
                <a:spcPts val="0"/>
              </a:spcAft>
              <a:buClr>
                <a:schemeClr val="lt1"/>
              </a:buClr>
              <a:buSzPts val="4200"/>
              <a:buNone/>
              <a:defRPr sz="4200">
                <a:solidFill>
                  <a:schemeClr val="lt1"/>
                </a:solidFill>
              </a:defRPr>
            </a:lvl7pPr>
            <a:lvl8pPr lvl="7" algn="ctr">
              <a:spcBef>
                <a:spcPts val="0"/>
              </a:spcBef>
              <a:spcAft>
                <a:spcPts val="0"/>
              </a:spcAft>
              <a:buClr>
                <a:schemeClr val="lt1"/>
              </a:buClr>
              <a:buSzPts val="4200"/>
              <a:buNone/>
              <a:defRPr sz="4200">
                <a:solidFill>
                  <a:schemeClr val="lt1"/>
                </a:solidFill>
              </a:defRPr>
            </a:lvl8pPr>
            <a:lvl9pPr lvl="8" algn="ctr">
              <a:spcBef>
                <a:spcPts val="0"/>
              </a:spcBef>
              <a:spcAft>
                <a:spcPts val="0"/>
              </a:spcAft>
              <a:buClr>
                <a:schemeClr val="lt1"/>
              </a:buClr>
              <a:buSzPts val="4200"/>
              <a:buNone/>
              <a:defRPr sz="4200">
                <a:solidFill>
                  <a:schemeClr val="lt1"/>
                </a:solidFill>
              </a:defRPr>
            </a:lvl9pPr>
          </a:lstStyle>
          <a:p/>
        </p:txBody>
      </p:sp>
      <p:sp>
        <p:nvSpPr>
          <p:cNvPr id="33" name="Google Shape;33;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1"/>
              </a:buClr>
              <a:buSzPts val="2100"/>
              <a:buNone/>
              <a:defRPr sz="2100">
                <a:solidFill>
                  <a:schemeClr val="accent1"/>
                </a:solidFill>
              </a:defRPr>
            </a:lvl1pPr>
            <a:lvl2pPr lvl="1" algn="ctr">
              <a:lnSpc>
                <a:spcPct val="100000"/>
              </a:lnSpc>
              <a:spcBef>
                <a:spcPts val="0"/>
              </a:spcBef>
              <a:spcAft>
                <a:spcPts val="0"/>
              </a:spcAft>
              <a:buClr>
                <a:schemeClr val="accent1"/>
              </a:buClr>
              <a:buSzPts val="2100"/>
              <a:buNone/>
              <a:defRPr sz="2100">
                <a:solidFill>
                  <a:schemeClr val="accent1"/>
                </a:solidFill>
              </a:defRPr>
            </a:lvl2pPr>
            <a:lvl3pPr lvl="2" algn="ctr">
              <a:lnSpc>
                <a:spcPct val="100000"/>
              </a:lnSpc>
              <a:spcBef>
                <a:spcPts val="0"/>
              </a:spcBef>
              <a:spcAft>
                <a:spcPts val="0"/>
              </a:spcAft>
              <a:buClr>
                <a:schemeClr val="accent1"/>
              </a:buClr>
              <a:buSzPts val="2100"/>
              <a:buNone/>
              <a:defRPr sz="2100">
                <a:solidFill>
                  <a:schemeClr val="accent1"/>
                </a:solidFill>
              </a:defRPr>
            </a:lvl3pPr>
            <a:lvl4pPr lvl="3" algn="ctr">
              <a:lnSpc>
                <a:spcPct val="100000"/>
              </a:lnSpc>
              <a:spcBef>
                <a:spcPts val="0"/>
              </a:spcBef>
              <a:spcAft>
                <a:spcPts val="0"/>
              </a:spcAft>
              <a:buClr>
                <a:schemeClr val="accent1"/>
              </a:buClr>
              <a:buSzPts val="2100"/>
              <a:buNone/>
              <a:defRPr sz="2100">
                <a:solidFill>
                  <a:schemeClr val="accent1"/>
                </a:solidFill>
              </a:defRPr>
            </a:lvl4pPr>
            <a:lvl5pPr lvl="4" algn="ctr">
              <a:lnSpc>
                <a:spcPct val="100000"/>
              </a:lnSpc>
              <a:spcBef>
                <a:spcPts val="0"/>
              </a:spcBef>
              <a:spcAft>
                <a:spcPts val="0"/>
              </a:spcAft>
              <a:buClr>
                <a:schemeClr val="accent1"/>
              </a:buClr>
              <a:buSzPts val="2100"/>
              <a:buNone/>
              <a:defRPr sz="2100">
                <a:solidFill>
                  <a:schemeClr val="accent1"/>
                </a:solidFill>
              </a:defRPr>
            </a:lvl5pPr>
            <a:lvl6pPr lvl="5" algn="ctr">
              <a:lnSpc>
                <a:spcPct val="100000"/>
              </a:lnSpc>
              <a:spcBef>
                <a:spcPts val="0"/>
              </a:spcBef>
              <a:spcAft>
                <a:spcPts val="0"/>
              </a:spcAft>
              <a:buClr>
                <a:schemeClr val="accent1"/>
              </a:buClr>
              <a:buSzPts val="2100"/>
              <a:buNone/>
              <a:defRPr sz="2100">
                <a:solidFill>
                  <a:schemeClr val="accent1"/>
                </a:solidFill>
              </a:defRPr>
            </a:lvl6pPr>
            <a:lvl7pPr lvl="6" algn="ctr">
              <a:lnSpc>
                <a:spcPct val="100000"/>
              </a:lnSpc>
              <a:spcBef>
                <a:spcPts val="0"/>
              </a:spcBef>
              <a:spcAft>
                <a:spcPts val="0"/>
              </a:spcAft>
              <a:buClr>
                <a:schemeClr val="accent1"/>
              </a:buClr>
              <a:buSzPts val="2100"/>
              <a:buNone/>
              <a:defRPr sz="2100">
                <a:solidFill>
                  <a:schemeClr val="accent1"/>
                </a:solidFill>
              </a:defRPr>
            </a:lvl7pPr>
            <a:lvl8pPr lvl="7" algn="ctr">
              <a:lnSpc>
                <a:spcPct val="100000"/>
              </a:lnSpc>
              <a:spcBef>
                <a:spcPts val="0"/>
              </a:spcBef>
              <a:spcAft>
                <a:spcPts val="0"/>
              </a:spcAft>
              <a:buClr>
                <a:schemeClr val="accent1"/>
              </a:buClr>
              <a:buSzPts val="2100"/>
              <a:buNone/>
              <a:defRPr sz="2100">
                <a:solidFill>
                  <a:schemeClr val="accent1"/>
                </a:solidFill>
              </a:defRPr>
            </a:lvl8pPr>
            <a:lvl9pPr lvl="8" algn="ctr">
              <a:lnSpc>
                <a:spcPct val="100000"/>
              </a:lnSpc>
              <a:spcBef>
                <a:spcPts val="0"/>
              </a:spcBef>
              <a:spcAft>
                <a:spcPts val="0"/>
              </a:spcAft>
              <a:buClr>
                <a:schemeClr val="accent1"/>
              </a:buClr>
              <a:buSzPts val="2100"/>
              <a:buNone/>
              <a:defRPr sz="2100">
                <a:solidFill>
                  <a:schemeClr val="accent1"/>
                </a:solidFill>
              </a:defRPr>
            </a:lvl9pPr>
          </a:lstStyle>
          <a:p/>
        </p:txBody>
      </p:sp>
      <p:sp>
        <p:nvSpPr>
          <p:cNvPr id="34" name="Google Shape;34;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1600"/>
              </a:spcBef>
              <a:spcAft>
                <a:spcPts val="0"/>
              </a:spcAft>
              <a:buClr>
                <a:schemeClr val="accent1"/>
              </a:buClr>
              <a:buSzPts val="1400"/>
              <a:buChar char="○"/>
              <a:defRPr>
                <a:solidFill>
                  <a:schemeClr val="accent1"/>
                </a:solidFill>
              </a:defRPr>
            </a:lvl2pPr>
            <a:lvl3pPr indent="-317500" lvl="2" marL="1371600">
              <a:spcBef>
                <a:spcPts val="1600"/>
              </a:spcBef>
              <a:spcAft>
                <a:spcPts val="0"/>
              </a:spcAft>
              <a:buClr>
                <a:schemeClr val="accent1"/>
              </a:buClr>
              <a:buSzPts val="1400"/>
              <a:buChar char="■"/>
              <a:defRPr>
                <a:solidFill>
                  <a:schemeClr val="accent1"/>
                </a:solidFill>
              </a:defRPr>
            </a:lvl3pPr>
            <a:lvl4pPr indent="-317500" lvl="3" marL="1828800">
              <a:spcBef>
                <a:spcPts val="1600"/>
              </a:spcBef>
              <a:spcAft>
                <a:spcPts val="0"/>
              </a:spcAft>
              <a:buClr>
                <a:schemeClr val="accent1"/>
              </a:buClr>
              <a:buSzPts val="1400"/>
              <a:buChar char="●"/>
              <a:defRPr>
                <a:solidFill>
                  <a:schemeClr val="accent1"/>
                </a:solidFill>
              </a:defRPr>
            </a:lvl4pPr>
            <a:lvl5pPr indent="-317500" lvl="4" marL="2286000">
              <a:spcBef>
                <a:spcPts val="1600"/>
              </a:spcBef>
              <a:spcAft>
                <a:spcPts val="0"/>
              </a:spcAft>
              <a:buClr>
                <a:schemeClr val="accent1"/>
              </a:buClr>
              <a:buSzPts val="1400"/>
              <a:buChar char="○"/>
              <a:defRPr>
                <a:solidFill>
                  <a:schemeClr val="accent1"/>
                </a:solidFill>
              </a:defRPr>
            </a:lvl5pPr>
            <a:lvl6pPr indent="-317500" lvl="5" marL="2743200">
              <a:spcBef>
                <a:spcPts val="1600"/>
              </a:spcBef>
              <a:spcAft>
                <a:spcPts val="0"/>
              </a:spcAft>
              <a:buClr>
                <a:schemeClr val="accent1"/>
              </a:buClr>
              <a:buSzPts val="1400"/>
              <a:buChar char="■"/>
              <a:defRPr>
                <a:solidFill>
                  <a:schemeClr val="accent1"/>
                </a:solidFill>
              </a:defRPr>
            </a:lvl6pPr>
            <a:lvl7pPr indent="-317500" lvl="6" marL="3200400">
              <a:spcBef>
                <a:spcPts val="1600"/>
              </a:spcBef>
              <a:spcAft>
                <a:spcPts val="0"/>
              </a:spcAft>
              <a:buClr>
                <a:schemeClr val="accent1"/>
              </a:buClr>
              <a:buSzPts val="1400"/>
              <a:buChar char="●"/>
              <a:defRPr>
                <a:solidFill>
                  <a:schemeClr val="accent1"/>
                </a:solidFill>
              </a:defRPr>
            </a:lvl7pPr>
            <a:lvl8pPr indent="-317500" lvl="7" marL="3657600">
              <a:spcBef>
                <a:spcPts val="1600"/>
              </a:spcBef>
              <a:spcAft>
                <a:spcPts val="0"/>
              </a:spcAft>
              <a:buClr>
                <a:schemeClr val="accent1"/>
              </a:buClr>
              <a:buSzPts val="1400"/>
              <a:buChar char="○"/>
              <a:defRPr>
                <a:solidFill>
                  <a:schemeClr val="accent1"/>
                </a:solidFill>
              </a:defRPr>
            </a:lvl8pPr>
            <a:lvl9pPr indent="-317500" lvl="8" marL="4114800">
              <a:spcBef>
                <a:spcPts val="1600"/>
              </a:spcBef>
              <a:spcAft>
                <a:spcPts val="1600"/>
              </a:spcAft>
              <a:buClr>
                <a:schemeClr val="accent1"/>
              </a:buClr>
              <a:buSzPts val="1400"/>
              <a:buChar char="■"/>
              <a:defRPr>
                <a:solidFill>
                  <a:schemeClr val="accent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10"/>
          <p:cNvSpPr txBox="1"/>
          <p:nvPr>
            <p:ph idx="1" type="body"/>
          </p:nvPr>
        </p:nvSpPr>
        <p:spPr>
          <a:xfrm>
            <a:off x="2940900" y="3795275"/>
            <a:ext cx="3262200" cy="200400"/>
          </a:xfrm>
          <a:prstGeom prst="rect">
            <a:avLst/>
          </a:prstGeom>
        </p:spPr>
        <p:txBody>
          <a:bodyPr anchorCtr="0" anchor="ctr" bIns="91425" lIns="91425" spcFirstLastPara="1" rIns="91425" wrap="square" tIns="91425">
            <a:noAutofit/>
          </a:bodyPr>
          <a:lstStyle>
            <a:lvl1pPr indent="-228600" lvl="0" marL="457200" algn="ctr">
              <a:lnSpc>
                <a:spcPct val="100000"/>
              </a:lnSpc>
              <a:spcBef>
                <a:spcPts val="0"/>
              </a:spcBef>
              <a:spcAft>
                <a:spcPts val="0"/>
              </a:spcAft>
              <a:buSzPts val="1800"/>
              <a:buNone/>
              <a:defRPr sz="1400">
                <a:solidFill>
                  <a:schemeClr val="accent1"/>
                </a:solidFill>
              </a:defRPr>
            </a:lvl1pPr>
          </a:lstStyle>
          <a:p/>
        </p:txBody>
      </p:sp>
      <p:sp>
        <p:nvSpPr>
          <p:cNvPr id="37" name="Google Shape;37;p10"/>
          <p:cNvSpPr txBox="1"/>
          <p:nvPr>
            <p:ph type="ctrTitle"/>
          </p:nvPr>
        </p:nvSpPr>
        <p:spPr>
          <a:xfrm>
            <a:off x="624257" y="392332"/>
            <a:ext cx="37299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3000">
                <a:solidFill>
                  <a:schemeClr val="lt1"/>
                </a:solidFill>
              </a:defRPr>
            </a:lvl1pPr>
            <a:lvl2pPr lvl="1" rtl="0" algn="ctr">
              <a:spcBef>
                <a:spcPts val="0"/>
              </a:spcBef>
              <a:spcAft>
                <a:spcPts val="0"/>
              </a:spcAft>
              <a:buSzPts val="1100"/>
              <a:buNone/>
              <a:defRPr sz="1100"/>
            </a:lvl2pPr>
            <a:lvl3pPr lvl="2" rtl="0" algn="ctr">
              <a:spcBef>
                <a:spcPts val="0"/>
              </a:spcBef>
              <a:spcAft>
                <a:spcPts val="0"/>
              </a:spcAft>
              <a:buSzPts val="1100"/>
              <a:buNone/>
              <a:defRPr sz="1100"/>
            </a:lvl3pPr>
            <a:lvl4pPr lvl="3" rtl="0" algn="ctr">
              <a:spcBef>
                <a:spcPts val="0"/>
              </a:spcBef>
              <a:spcAft>
                <a:spcPts val="0"/>
              </a:spcAft>
              <a:buSzPts val="1100"/>
              <a:buNone/>
              <a:defRPr sz="1100"/>
            </a:lvl4pPr>
            <a:lvl5pPr lvl="4" rtl="0" algn="ctr">
              <a:spcBef>
                <a:spcPts val="0"/>
              </a:spcBef>
              <a:spcAft>
                <a:spcPts val="0"/>
              </a:spcAft>
              <a:buSzPts val="1100"/>
              <a:buNone/>
              <a:defRPr sz="1100"/>
            </a:lvl5pPr>
            <a:lvl6pPr lvl="5" rtl="0" algn="ctr">
              <a:spcBef>
                <a:spcPts val="0"/>
              </a:spcBef>
              <a:spcAft>
                <a:spcPts val="0"/>
              </a:spcAft>
              <a:buSzPts val="1100"/>
              <a:buNone/>
              <a:defRPr sz="1100"/>
            </a:lvl6pPr>
            <a:lvl7pPr lvl="6" rtl="0" algn="ctr">
              <a:spcBef>
                <a:spcPts val="0"/>
              </a:spcBef>
              <a:spcAft>
                <a:spcPts val="0"/>
              </a:spcAft>
              <a:buSzPts val="1100"/>
              <a:buNone/>
              <a:defRPr sz="1100"/>
            </a:lvl7pPr>
            <a:lvl8pPr lvl="7" rtl="0" algn="ctr">
              <a:spcBef>
                <a:spcPts val="0"/>
              </a:spcBef>
              <a:spcAft>
                <a:spcPts val="0"/>
              </a:spcAft>
              <a:buSzPts val="1100"/>
              <a:buNone/>
              <a:defRPr sz="1100"/>
            </a:lvl8pPr>
            <a:lvl9pPr lvl="8" rtl="0" algn="ctr">
              <a:spcBef>
                <a:spcPts val="0"/>
              </a:spcBef>
              <a:spcAft>
                <a:spcPts val="0"/>
              </a:spcAft>
              <a:buSzPts val="1100"/>
              <a:buNone/>
              <a:defRPr sz="11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accent2"/>
              </a:buClr>
              <a:buSzPts val="12000"/>
              <a:buNone/>
              <a:defRPr sz="12000">
                <a:solidFill>
                  <a:schemeClr val="accent2"/>
                </a:solidFill>
              </a:defRPr>
            </a:lvl1pPr>
            <a:lvl2pPr lvl="1" algn="ctr">
              <a:spcBef>
                <a:spcPts val="0"/>
              </a:spcBef>
              <a:spcAft>
                <a:spcPts val="0"/>
              </a:spcAft>
              <a:buClr>
                <a:schemeClr val="accent2"/>
              </a:buClr>
              <a:buSzPts val="12000"/>
              <a:buNone/>
              <a:defRPr sz="12000">
                <a:solidFill>
                  <a:schemeClr val="accent2"/>
                </a:solidFill>
              </a:defRPr>
            </a:lvl2pPr>
            <a:lvl3pPr lvl="2" algn="ctr">
              <a:spcBef>
                <a:spcPts val="0"/>
              </a:spcBef>
              <a:spcAft>
                <a:spcPts val="0"/>
              </a:spcAft>
              <a:buClr>
                <a:schemeClr val="accent2"/>
              </a:buClr>
              <a:buSzPts val="12000"/>
              <a:buNone/>
              <a:defRPr sz="12000">
                <a:solidFill>
                  <a:schemeClr val="accent2"/>
                </a:solidFill>
              </a:defRPr>
            </a:lvl3pPr>
            <a:lvl4pPr lvl="3" algn="ctr">
              <a:spcBef>
                <a:spcPts val="0"/>
              </a:spcBef>
              <a:spcAft>
                <a:spcPts val="0"/>
              </a:spcAft>
              <a:buClr>
                <a:schemeClr val="accent2"/>
              </a:buClr>
              <a:buSzPts val="12000"/>
              <a:buNone/>
              <a:defRPr sz="12000">
                <a:solidFill>
                  <a:schemeClr val="accent2"/>
                </a:solidFill>
              </a:defRPr>
            </a:lvl4pPr>
            <a:lvl5pPr lvl="4" algn="ctr">
              <a:spcBef>
                <a:spcPts val="0"/>
              </a:spcBef>
              <a:spcAft>
                <a:spcPts val="0"/>
              </a:spcAft>
              <a:buClr>
                <a:schemeClr val="accent2"/>
              </a:buClr>
              <a:buSzPts val="12000"/>
              <a:buNone/>
              <a:defRPr sz="12000">
                <a:solidFill>
                  <a:schemeClr val="accent2"/>
                </a:solidFill>
              </a:defRPr>
            </a:lvl5pPr>
            <a:lvl6pPr lvl="5" algn="ctr">
              <a:spcBef>
                <a:spcPts val="0"/>
              </a:spcBef>
              <a:spcAft>
                <a:spcPts val="0"/>
              </a:spcAft>
              <a:buClr>
                <a:schemeClr val="accent2"/>
              </a:buClr>
              <a:buSzPts val="12000"/>
              <a:buNone/>
              <a:defRPr sz="12000">
                <a:solidFill>
                  <a:schemeClr val="accent2"/>
                </a:solidFill>
              </a:defRPr>
            </a:lvl6pPr>
            <a:lvl7pPr lvl="6" algn="ctr">
              <a:spcBef>
                <a:spcPts val="0"/>
              </a:spcBef>
              <a:spcAft>
                <a:spcPts val="0"/>
              </a:spcAft>
              <a:buClr>
                <a:schemeClr val="accent2"/>
              </a:buClr>
              <a:buSzPts val="12000"/>
              <a:buNone/>
              <a:defRPr sz="12000">
                <a:solidFill>
                  <a:schemeClr val="accent2"/>
                </a:solidFill>
              </a:defRPr>
            </a:lvl7pPr>
            <a:lvl8pPr lvl="7" algn="ctr">
              <a:spcBef>
                <a:spcPts val="0"/>
              </a:spcBef>
              <a:spcAft>
                <a:spcPts val="0"/>
              </a:spcAft>
              <a:buClr>
                <a:schemeClr val="accent2"/>
              </a:buClr>
              <a:buSzPts val="12000"/>
              <a:buNone/>
              <a:defRPr sz="12000">
                <a:solidFill>
                  <a:schemeClr val="accent2"/>
                </a:solidFill>
              </a:defRPr>
            </a:lvl8pPr>
            <a:lvl9pPr lvl="8" algn="ctr">
              <a:spcBef>
                <a:spcPts val="0"/>
              </a:spcBef>
              <a:spcAft>
                <a:spcPts val="0"/>
              </a:spcAft>
              <a:buClr>
                <a:schemeClr val="accent2"/>
              </a:buClr>
              <a:buSzPts val="12000"/>
              <a:buNone/>
              <a:defRPr sz="12000">
                <a:solidFill>
                  <a:schemeClr val="accent2"/>
                </a:solidFill>
              </a:defRPr>
            </a:lvl9pPr>
          </a:lstStyle>
          <a:p>
            <a:r>
              <a:t>xx%</a:t>
            </a:r>
          </a:p>
        </p:txBody>
      </p:sp>
      <p:sp>
        <p:nvSpPr>
          <p:cNvPr id="40" name="Google Shape;40;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accent1"/>
              </a:buClr>
              <a:buSzPts val="1800"/>
              <a:buChar char="●"/>
              <a:defRPr>
                <a:solidFill>
                  <a:schemeClr val="accent1"/>
                </a:solidFill>
              </a:defRPr>
            </a:lvl1pPr>
            <a:lvl2pPr indent="-317500" lvl="1" marL="914400" algn="ctr">
              <a:spcBef>
                <a:spcPts val="1600"/>
              </a:spcBef>
              <a:spcAft>
                <a:spcPts val="0"/>
              </a:spcAft>
              <a:buClr>
                <a:schemeClr val="accent1"/>
              </a:buClr>
              <a:buSzPts val="1400"/>
              <a:buChar char="○"/>
              <a:defRPr>
                <a:solidFill>
                  <a:schemeClr val="accent1"/>
                </a:solidFill>
              </a:defRPr>
            </a:lvl2pPr>
            <a:lvl3pPr indent="-317500" lvl="2" marL="1371600" algn="ctr">
              <a:spcBef>
                <a:spcPts val="1600"/>
              </a:spcBef>
              <a:spcAft>
                <a:spcPts val="0"/>
              </a:spcAft>
              <a:buClr>
                <a:schemeClr val="accent1"/>
              </a:buClr>
              <a:buSzPts val="1400"/>
              <a:buChar char="■"/>
              <a:defRPr>
                <a:solidFill>
                  <a:schemeClr val="accent1"/>
                </a:solidFill>
              </a:defRPr>
            </a:lvl3pPr>
            <a:lvl4pPr indent="-317500" lvl="3" marL="1828800" algn="ctr">
              <a:spcBef>
                <a:spcPts val="1600"/>
              </a:spcBef>
              <a:spcAft>
                <a:spcPts val="0"/>
              </a:spcAft>
              <a:buClr>
                <a:schemeClr val="accent1"/>
              </a:buClr>
              <a:buSzPts val="1400"/>
              <a:buChar char="●"/>
              <a:defRPr>
                <a:solidFill>
                  <a:schemeClr val="accent1"/>
                </a:solidFill>
              </a:defRPr>
            </a:lvl4pPr>
            <a:lvl5pPr indent="-317500" lvl="4" marL="2286000" algn="ctr">
              <a:spcBef>
                <a:spcPts val="1600"/>
              </a:spcBef>
              <a:spcAft>
                <a:spcPts val="0"/>
              </a:spcAft>
              <a:buClr>
                <a:schemeClr val="accent1"/>
              </a:buClr>
              <a:buSzPts val="1400"/>
              <a:buChar char="○"/>
              <a:defRPr>
                <a:solidFill>
                  <a:schemeClr val="accent1"/>
                </a:solidFill>
              </a:defRPr>
            </a:lvl5pPr>
            <a:lvl6pPr indent="-317500" lvl="5" marL="2743200" algn="ctr">
              <a:spcBef>
                <a:spcPts val="1600"/>
              </a:spcBef>
              <a:spcAft>
                <a:spcPts val="0"/>
              </a:spcAft>
              <a:buClr>
                <a:schemeClr val="accent1"/>
              </a:buClr>
              <a:buSzPts val="1400"/>
              <a:buChar char="■"/>
              <a:defRPr>
                <a:solidFill>
                  <a:schemeClr val="accent1"/>
                </a:solidFill>
              </a:defRPr>
            </a:lvl6pPr>
            <a:lvl7pPr indent="-317500" lvl="6" marL="3200400" algn="ctr">
              <a:spcBef>
                <a:spcPts val="1600"/>
              </a:spcBef>
              <a:spcAft>
                <a:spcPts val="0"/>
              </a:spcAft>
              <a:buClr>
                <a:schemeClr val="accent1"/>
              </a:buClr>
              <a:buSzPts val="1400"/>
              <a:buChar char="●"/>
              <a:defRPr>
                <a:solidFill>
                  <a:schemeClr val="accent1"/>
                </a:solidFill>
              </a:defRPr>
            </a:lvl7pPr>
            <a:lvl8pPr indent="-317500" lvl="7" marL="3657600" algn="ctr">
              <a:spcBef>
                <a:spcPts val="1600"/>
              </a:spcBef>
              <a:spcAft>
                <a:spcPts val="0"/>
              </a:spcAft>
              <a:buClr>
                <a:schemeClr val="accent1"/>
              </a:buClr>
              <a:buSzPts val="1400"/>
              <a:buChar char="○"/>
              <a:defRPr>
                <a:solidFill>
                  <a:schemeClr val="accent1"/>
                </a:solidFill>
              </a:defRPr>
            </a:lvl8pPr>
            <a:lvl9pPr indent="-317500" lvl="8" marL="4114800" algn="ctr">
              <a:spcBef>
                <a:spcPts val="1600"/>
              </a:spcBef>
              <a:spcAft>
                <a:spcPts val="1600"/>
              </a:spcAft>
              <a:buClr>
                <a:schemeClr val="accent1"/>
              </a:buClr>
              <a:buSzPts val="1400"/>
              <a:buChar char="■"/>
              <a:defRPr>
                <a:solidFill>
                  <a:schemeClr val="accent1"/>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bg>
      <p:bgPr>
        <a:blipFill>
          <a:blip r:embed="rId2">
            <a:alphaModFix/>
          </a:blip>
          <a:stretch>
            <a:fillRect/>
          </a:stretch>
        </a:blipFill>
      </p:bgPr>
    </p:bg>
    <p:spTree>
      <p:nvGrpSpPr>
        <p:cNvPr id="41" name="Shape 41"/>
        <p:cNvGrpSpPr/>
        <p:nvPr/>
      </p:nvGrpSpPr>
      <p:grpSpPr>
        <a:xfrm>
          <a:off x="0" y="0"/>
          <a:ext cx="0" cy="0"/>
          <a:chOff x="0" y="0"/>
          <a:chExt cx="0" cy="0"/>
        </a:xfrm>
      </p:grpSpPr>
      <p:sp>
        <p:nvSpPr>
          <p:cNvPr id="42" name="Google Shape;42;p12"/>
          <p:cNvSpPr txBox="1"/>
          <p:nvPr>
            <p:ph type="ctrTitle"/>
          </p:nvPr>
        </p:nvSpPr>
        <p:spPr>
          <a:xfrm>
            <a:off x="720000" y="3310214"/>
            <a:ext cx="23223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43" name="Google Shape;43;p12"/>
          <p:cNvSpPr txBox="1"/>
          <p:nvPr>
            <p:ph idx="1" type="subTitle"/>
          </p:nvPr>
        </p:nvSpPr>
        <p:spPr>
          <a:xfrm>
            <a:off x="768607" y="3518514"/>
            <a:ext cx="22251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4" name="Google Shape;44;p12"/>
          <p:cNvSpPr txBox="1"/>
          <p:nvPr>
            <p:ph hasCustomPrompt="1" idx="2" type="title"/>
          </p:nvPr>
        </p:nvSpPr>
        <p:spPr>
          <a:xfrm>
            <a:off x="1493557" y="2722271"/>
            <a:ext cx="7752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
        <p:nvSpPr>
          <p:cNvPr id="45" name="Google Shape;45;p12"/>
          <p:cNvSpPr txBox="1"/>
          <p:nvPr>
            <p:ph idx="3" type="ctrTitle"/>
          </p:nvPr>
        </p:nvSpPr>
        <p:spPr>
          <a:xfrm>
            <a:off x="5925450" y="1939901"/>
            <a:ext cx="23223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46" name="Google Shape;46;p12"/>
          <p:cNvSpPr txBox="1"/>
          <p:nvPr>
            <p:ph idx="4" type="subTitle"/>
          </p:nvPr>
        </p:nvSpPr>
        <p:spPr>
          <a:xfrm>
            <a:off x="5925453" y="2133082"/>
            <a:ext cx="2322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7" name="Google Shape;47;p12"/>
          <p:cNvSpPr txBox="1"/>
          <p:nvPr>
            <p:ph hasCustomPrompt="1" idx="5" type="title"/>
          </p:nvPr>
        </p:nvSpPr>
        <p:spPr>
          <a:xfrm>
            <a:off x="6784353" y="1362663"/>
            <a:ext cx="6045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
        <p:nvSpPr>
          <p:cNvPr id="48" name="Google Shape;48;p12"/>
          <p:cNvSpPr txBox="1"/>
          <p:nvPr>
            <p:ph idx="6" type="ctrTitle"/>
          </p:nvPr>
        </p:nvSpPr>
        <p:spPr>
          <a:xfrm>
            <a:off x="3410850" y="1939901"/>
            <a:ext cx="23223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49" name="Google Shape;49;p12"/>
          <p:cNvSpPr txBox="1"/>
          <p:nvPr>
            <p:ph idx="7" type="subTitle"/>
          </p:nvPr>
        </p:nvSpPr>
        <p:spPr>
          <a:xfrm>
            <a:off x="3410850" y="2133082"/>
            <a:ext cx="2322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 name="Google Shape;50;p12"/>
          <p:cNvSpPr txBox="1"/>
          <p:nvPr>
            <p:ph hasCustomPrompt="1" idx="8" type="title"/>
          </p:nvPr>
        </p:nvSpPr>
        <p:spPr>
          <a:xfrm>
            <a:off x="4235250" y="1362663"/>
            <a:ext cx="6735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
        <p:nvSpPr>
          <p:cNvPr id="51" name="Google Shape;51;p12"/>
          <p:cNvSpPr txBox="1"/>
          <p:nvPr>
            <p:ph idx="9" type="ctrTitle"/>
          </p:nvPr>
        </p:nvSpPr>
        <p:spPr>
          <a:xfrm>
            <a:off x="5925449" y="3310214"/>
            <a:ext cx="23223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52" name="Google Shape;52;p12"/>
          <p:cNvSpPr txBox="1"/>
          <p:nvPr>
            <p:ph idx="13" type="subTitle"/>
          </p:nvPr>
        </p:nvSpPr>
        <p:spPr>
          <a:xfrm>
            <a:off x="5925453" y="3518514"/>
            <a:ext cx="2322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3" name="Google Shape;53;p12"/>
          <p:cNvSpPr txBox="1"/>
          <p:nvPr>
            <p:ph hasCustomPrompt="1" idx="14" type="title"/>
          </p:nvPr>
        </p:nvSpPr>
        <p:spPr>
          <a:xfrm>
            <a:off x="6784353" y="2722271"/>
            <a:ext cx="6045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
        <p:nvSpPr>
          <p:cNvPr id="54" name="Google Shape;54;p12"/>
          <p:cNvSpPr txBox="1"/>
          <p:nvPr>
            <p:ph idx="15" type="ctrTitle"/>
          </p:nvPr>
        </p:nvSpPr>
        <p:spPr>
          <a:xfrm>
            <a:off x="624257" y="392332"/>
            <a:ext cx="3729900" cy="6132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sz="3000">
                <a:solidFill>
                  <a:schemeClr val="lt1"/>
                </a:solidFill>
              </a:defRPr>
            </a:lvl1pPr>
            <a:lvl2pPr lvl="1" rtl="0" algn="ctr">
              <a:spcBef>
                <a:spcPts val="0"/>
              </a:spcBef>
              <a:spcAft>
                <a:spcPts val="0"/>
              </a:spcAft>
              <a:buSzPts val="1100"/>
              <a:buNone/>
              <a:defRPr sz="1100"/>
            </a:lvl2pPr>
            <a:lvl3pPr lvl="2" rtl="0" algn="ctr">
              <a:spcBef>
                <a:spcPts val="0"/>
              </a:spcBef>
              <a:spcAft>
                <a:spcPts val="0"/>
              </a:spcAft>
              <a:buSzPts val="1100"/>
              <a:buNone/>
              <a:defRPr sz="1100"/>
            </a:lvl3pPr>
            <a:lvl4pPr lvl="3" rtl="0" algn="ctr">
              <a:spcBef>
                <a:spcPts val="0"/>
              </a:spcBef>
              <a:spcAft>
                <a:spcPts val="0"/>
              </a:spcAft>
              <a:buSzPts val="1100"/>
              <a:buNone/>
              <a:defRPr sz="1100"/>
            </a:lvl4pPr>
            <a:lvl5pPr lvl="4" rtl="0" algn="ctr">
              <a:spcBef>
                <a:spcPts val="0"/>
              </a:spcBef>
              <a:spcAft>
                <a:spcPts val="0"/>
              </a:spcAft>
              <a:buSzPts val="1100"/>
              <a:buNone/>
              <a:defRPr sz="1100"/>
            </a:lvl5pPr>
            <a:lvl6pPr lvl="5" rtl="0" algn="ctr">
              <a:spcBef>
                <a:spcPts val="0"/>
              </a:spcBef>
              <a:spcAft>
                <a:spcPts val="0"/>
              </a:spcAft>
              <a:buSzPts val="1100"/>
              <a:buNone/>
              <a:defRPr sz="1100"/>
            </a:lvl6pPr>
            <a:lvl7pPr lvl="6" rtl="0" algn="ctr">
              <a:spcBef>
                <a:spcPts val="0"/>
              </a:spcBef>
              <a:spcAft>
                <a:spcPts val="0"/>
              </a:spcAft>
              <a:buSzPts val="1100"/>
              <a:buNone/>
              <a:defRPr sz="1100"/>
            </a:lvl7pPr>
            <a:lvl8pPr lvl="7" rtl="0" algn="ctr">
              <a:spcBef>
                <a:spcPts val="0"/>
              </a:spcBef>
              <a:spcAft>
                <a:spcPts val="0"/>
              </a:spcAft>
              <a:buSzPts val="1100"/>
              <a:buNone/>
              <a:defRPr sz="1100"/>
            </a:lvl8pPr>
            <a:lvl9pPr lvl="8" rtl="0" algn="ctr">
              <a:spcBef>
                <a:spcPts val="0"/>
              </a:spcBef>
              <a:spcAft>
                <a:spcPts val="0"/>
              </a:spcAft>
              <a:buSzPts val="1100"/>
              <a:buNone/>
              <a:defRPr sz="1100"/>
            </a:lvl9pPr>
          </a:lstStyle>
          <a:p/>
        </p:txBody>
      </p:sp>
      <p:sp>
        <p:nvSpPr>
          <p:cNvPr id="55" name="Google Shape;55;p12"/>
          <p:cNvSpPr txBox="1"/>
          <p:nvPr>
            <p:ph idx="16" type="ctrTitle"/>
          </p:nvPr>
        </p:nvSpPr>
        <p:spPr>
          <a:xfrm>
            <a:off x="1036050" y="1939901"/>
            <a:ext cx="16902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56" name="Google Shape;56;p12"/>
          <p:cNvSpPr txBox="1"/>
          <p:nvPr>
            <p:ph idx="17" type="subTitle"/>
          </p:nvPr>
        </p:nvSpPr>
        <p:spPr>
          <a:xfrm>
            <a:off x="720007" y="2133082"/>
            <a:ext cx="2322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7" name="Google Shape;57;p12"/>
          <p:cNvSpPr txBox="1"/>
          <p:nvPr>
            <p:ph hasCustomPrompt="1" idx="18" type="title"/>
          </p:nvPr>
        </p:nvSpPr>
        <p:spPr>
          <a:xfrm>
            <a:off x="1544407" y="1362663"/>
            <a:ext cx="6735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
        <p:nvSpPr>
          <p:cNvPr id="58" name="Google Shape;58;p12"/>
          <p:cNvSpPr txBox="1"/>
          <p:nvPr>
            <p:ph idx="19" type="ctrTitle"/>
          </p:nvPr>
        </p:nvSpPr>
        <p:spPr>
          <a:xfrm>
            <a:off x="3410844" y="3310214"/>
            <a:ext cx="2322300" cy="35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59" name="Google Shape;59;p12"/>
          <p:cNvSpPr txBox="1"/>
          <p:nvPr>
            <p:ph idx="20" type="subTitle"/>
          </p:nvPr>
        </p:nvSpPr>
        <p:spPr>
          <a:xfrm>
            <a:off x="3410850" y="3518514"/>
            <a:ext cx="2322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0" name="Google Shape;60;p12"/>
          <p:cNvSpPr txBox="1"/>
          <p:nvPr>
            <p:ph hasCustomPrompt="1" idx="21" type="title"/>
          </p:nvPr>
        </p:nvSpPr>
        <p:spPr>
          <a:xfrm>
            <a:off x="4288050" y="2722271"/>
            <a:ext cx="567900" cy="577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6000"/>
              <a:buNone/>
              <a:defRPr sz="3000">
                <a:solidFill>
                  <a:schemeClr val="accent2"/>
                </a:solidFill>
              </a:defRPr>
            </a:lvl1pPr>
            <a:lvl2pPr lvl="1"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rtl="0" algn="ct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3">
  <p:cSld name="CUSTOM_1">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13"/>
          <p:cNvSpPr txBox="1"/>
          <p:nvPr>
            <p:ph type="ctrTitle"/>
          </p:nvPr>
        </p:nvSpPr>
        <p:spPr>
          <a:xfrm>
            <a:off x="607090" y="384590"/>
            <a:ext cx="2122200" cy="851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3000">
                <a:solidFill>
                  <a:schemeClr val="lt1"/>
                </a:solidFill>
              </a:defRPr>
            </a:lvl1pPr>
            <a:lvl2pPr lvl="1" rtl="0" algn="ctr">
              <a:spcBef>
                <a:spcPts val="0"/>
              </a:spcBef>
              <a:spcAft>
                <a:spcPts val="0"/>
              </a:spcAft>
              <a:buSzPts val="1100"/>
              <a:buNone/>
              <a:defRPr sz="1100"/>
            </a:lvl2pPr>
            <a:lvl3pPr lvl="2" rtl="0" algn="ctr">
              <a:spcBef>
                <a:spcPts val="0"/>
              </a:spcBef>
              <a:spcAft>
                <a:spcPts val="0"/>
              </a:spcAft>
              <a:buSzPts val="1100"/>
              <a:buNone/>
              <a:defRPr sz="1100"/>
            </a:lvl3pPr>
            <a:lvl4pPr lvl="3" rtl="0" algn="ctr">
              <a:spcBef>
                <a:spcPts val="0"/>
              </a:spcBef>
              <a:spcAft>
                <a:spcPts val="0"/>
              </a:spcAft>
              <a:buSzPts val="1100"/>
              <a:buNone/>
              <a:defRPr sz="1100"/>
            </a:lvl4pPr>
            <a:lvl5pPr lvl="4" rtl="0" algn="ctr">
              <a:spcBef>
                <a:spcPts val="0"/>
              </a:spcBef>
              <a:spcAft>
                <a:spcPts val="0"/>
              </a:spcAft>
              <a:buSzPts val="1100"/>
              <a:buNone/>
              <a:defRPr sz="1100"/>
            </a:lvl5pPr>
            <a:lvl6pPr lvl="5" rtl="0" algn="ctr">
              <a:spcBef>
                <a:spcPts val="0"/>
              </a:spcBef>
              <a:spcAft>
                <a:spcPts val="0"/>
              </a:spcAft>
              <a:buSzPts val="1100"/>
              <a:buNone/>
              <a:defRPr sz="1100"/>
            </a:lvl6pPr>
            <a:lvl7pPr lvl="6" rtl="0" algn="ctr">
              <a:spcBef>
                <a:spcPts val="0"/>
              </a:spcBef>
              <a:spcAft>
                <a:spcPts val="0"/>
              </a:spcAft>
              <a:buSzPts val="1100"/>
              <a:buNone/>
              <a:defRPr sz="1100"/>
            </a:lvl7pPr>
            <a:lvl8pPr lvl="7" rtl="0" algn="ctr">
              <a:spcBef>
                <a:spcPts val="0"/>
              </a:spcBef>
              <a:spcAft>
                <a:spcPts val="0"/>
              </a:spcAft>
              <a:buSzPts val="1100"/>
              <a:buNone/>
              <a:defRPr sz="1100"/>
            </a:lvl8pPr>
            <a:lvl9pPr lvl="8" rtl="0" algn="ctr">
              <a:spcBef>
                <a:spcPts val="0"/>
              </a:spcBef>
              <a:spcAft>
                <a:spcPts val="0"/>
              </a:spcAft>
              <a:buSzPts val="1100"/>
              <a:buNone/>
              <a:defRPr sz="1100"/>
            </a:lvl9pPr>
          </a:lstStyle>
          <a:p/>
        </p:txBody>
      </p:sp>
      <p:sp>
        <p:nvSpPr>
          <p:cNvPr id="63" name="Google Shape;63;p13"/>
          <p:cNvSpPr txBox="1"/>
          <p:nvPr>
            <p:ph idx="2" type="ctrTitle"/>
          </p:nvPr>
        </p:nvSpPr>
        <p:spPr>
          <a:xfrm>
            <a:off x="5415697" y="1004700"/>
            <a:ext cx="2122200" cy="319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1800"/>
              <a:buNone/>
              <a:defRPr sz="24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64" name="Google Shape;64;p13"/>
          <p:cNvSpPr txBox="1"/>
          <p:nvPr>
            <p:ph idx="1" type="subTitle"/>
          </p:nvPr>
        </p:nvSpPr>
        <p:spPr>
          <a:xfrm>
            <a:off x="5608008" y="1112256"/>
            <a:ext cx="1929900" cy="987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
        <p:nvSpPr>
          <p:cNvPr id="65" name="Google Shape;65;p13"/>
          <p:cNvSpPr txBox="1"/>
          <p:nvPr>
            <p:ph idx="3" type="ctrTitle"/>
          </p:nvPr>
        </p:nvSpPr>
        <p:spPr>
          <a:xfrm>
            <a:off x="2936751" y="3140225"/>
            <a:ext cx="2032800" cy="319200"/>
          </a:xfrm>
          <a:prstGeom prst="rect">
            <a:avLst/>
          </a:prstGeom>
        </p:spPr>
        <p:txBody>
          <a:bodyPr anchorCtr="0" anchor="b" bIns="91425" lIns="91425" spcFirstLastPara="1" rIns="91425" wrap="square" tIns="91425">
            <a:noAutofit/>
          </a:bodyPr>
          <a:lstStyle>
            <a:lvl1pPr lvl="0" rtl="0">
              <a:spcBef>
                <a:spcPts val="0"/>
              </a:spcBef>
              <a:spcAft>
                <a:spcPts val="0"/>
              </a:spcAft>
              <a:buSzPts val="1800"/>
              <a:buNone/>
              <a:defRPr sz="24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66" name="Google Shape;66;p13"/>
          <p:cNvSpPr txBox="1"/>
          <p:nvPr>
            <p:ph idx="4" type="subTitle"/>
          </p:nvPr>
        </p:nvSpPr>
        <p:spPr>
          <a:xfrm>
            <a:off x="2936747" y="3261446"/>
            <a:ext cx="1929900" cy="987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1_1">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4"/>
          <p:cNvSpPr txBox="1"/>
          <p:nvPr>
            <p:ph type="ctrTitle"/>
          </p:nvPr>
        </p:nvSpPr>
        <p:spPr>
          <a:xfrm>
            <a:off x="2139250" y="134800"/>
            <a:ext cx="4865700" cy="851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1100"/>
              <a:buNone/>
              <a:defRPr sz="1100"/>
            </a:lvl2pPr>
            <a:lvl3pPr lvl="2" rtl="0" algn="ctr">
              <a:spcBef>
                <a:spcPts val="0"/>
              </a:spcBef>
              <a:spcAft>
                <a:spcPts val="0"/>
              </a:spcAft>
              <a:buSzPts val="1100"/>
              <a:buNone/>
              <a:defRPr sz="1100"/>
            </a:lvl3pPr>
            <a:lvl4pPr lvl="3" rtl="0" algn="ctr">
              <a:spcBef>
                <a:spcPts val="0"/>
              </a:spcBef>
              <a:spcAft>
                <a:spcPts val="0"/>
              </a:spcAft>
              <a:buSzPts val="1100"/>
              <a:buNone/>
              <a:defRPr sz="1100"/>
            </a:lvl4pPr>
            <a:lvl5pPr lvl="4" rtl="0" algn="ctr">
              <a:spcBef>
                <a:spcPts val="0"/>
              </a:spcBef>
              <a:spcAft>
                <a:spcPts val="0"/>
              </a:spcAft>
              <a:buSzPts val="1100"/>
              <a:buNone/>
              <a:defRPr sz="1100"/>
            </a:lvl5pPr>
            <a:lvl6pPr lvl="5" rtl="0" algn="ctr">
              <a:spcBef>
                <a:spcPts val="0"/>
              </a:spcBef>
              <a:spcAft>
                <a:spcPts val="0"/>
              </a:spcAft>
              <a:buSzPts val="1100"/>
              <a:buNone/>
              <a:defRPr sz="1100"/>
            </a:lvl6pPr>
            <a:lvl7pPr lvl="6" rtl="0" algn="ctr">
              <a:spcBef>
                <a:spcPts val="0"/>
              </a:spcBef>
              <a:spcAft>
                <a:spcPts val="0"/>
              </a:spcAft>
              <a:buSzPts val="1100"/>
              <a:buNone/>
              <a:defRPr sz="1100"/>
            </a:lvl7pPr>
            <a:lvl8pPr lvl="7" rtl="0" algn="ctr">
              <a:spcBef>
                <a:spcPts val="0"/>
              </a:spcBef>
              <a:spcAft>
                <a:spcPts val="0"/>
              </a:spcAft>
              <a:buSzPts val="1100"/>
              <a:buNone/>
              <a:defRPr sz="1100"/>
            </a:lvl8pPr>
            <a:lvl9pPr lvl="8" rtl="0" algn="ctr">
              <a:spcBef>
                <a:spcPts val="0"/>
              </a:spcBef>
              <a:spcAft>
                <a:spcPts val="0"/>
              </a:spcAft>
              <a:buSzPts val="1100"/>
              <a:buNone/>
              <a:defRPr sz="1100"/>
            </a:lvl9pPr>
          </a:lstStyle>
          <a:p/>
        </p:txBody>
      </p:sp>
      <p:sp>
        <p:nvSpPr>
          <p:cNvPr id="69" name="Google Shape;69;p14"/>
          <p:cNvSpPr txBox="1"/>
          <p:nvPr>
            <p:ph idx="2" type="ctrTitle"/>
          </p:nvPr>
        </p:nvSpPr>
        <p:spPr>
          <a:xfrm>
            <a:off x="1646297" y="1774745"/>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0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0" name="Google Shape;70;p14"/>
          <p:cNvSpPr txBox="1"/>
          <p:nvPr>
            <p:ph idx="1" type="subTitle"/>
          </p:nvPr>
        </p:nvSpPr>
        <p:spPr>
          <a:xfrm>
            <a:off x="1566688" y="2060250"/>
            <a:ext cx="13341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
        <p:nvSpPr>
          <p:cNvPr id="71" name="Google Shape;71;p14"/>
          <p:cNvSpPr txBox="1"/>
          <p:nvPr>
            <p:ph idx="3" type="ctrTitle"/>
          </p:nvPr>
        </p:nvSpPr>
        <p:spPr>
          <a:xfrm>
            <a:off x="4032514" y="1772024"/>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0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2" name="Google Shape;72;p14"/>
          <p:cNvSpPr txBox="1"/>
          <p:nvPr>
            <p:ph idx="4" type="subTitle"/>
          </p:nvPr>
        </p:nvSpPr>
        <p:spPr>
          <a:xfrm>
            <a:off x="3696550" y="2060250"/>
            <a:ext cx="18468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
        <p:nvSpPr>
          <p:cNvPr id="73" name="Google Shape;73;p14"/>
          <p:cNvSpPr txBox="1"/>
          <p:nvPr>
            <p:ph idx="5" type="ctrTitle"/>
          </p:nvPr>
        </p:nvSpPr>
        <p:spPr>
          <a:xfrm>
            <a:off x="6362136" y="1764354"/>
            <a:ext cx="1127100" cy="3192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800"/>
              <a:buNone/>
              <a:defRPr sz="2000">
                <a:solidFill>
                  <a:schemeClr val="lt1"/>
                </a:solidFill>
              </a:defRPr>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74" name="Google Shape;74;p14"/>
          <p:cNvSpPr txBox="1"/>
          <p:nvPr>
            <p:ph idx="6" type="subTitle"/>
          </p:nvPr>
        </p:nvSpPr>
        <p:spPr>
          <a:xfrm>
            <a:off x="6282522" y="2060250"/>
            <a:ext cx="1334100" cy="98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None/>
              <a:defRPr sz="1400">
                <a:solidFill>
                  <a:schemeClr val="accent1"/>
                </a:solidFill>
              </a:defRPr>
            </a:lvl1pPr>
            <a:lvl2pPr lvl="1" rtl="0" algn="ctr">
              <a:lnSpc>
                <a:spcPct val="100000"/>
              </a:lnSpc>
              <a:spcBef>
                <a:spcPts val="0"/>
              </a:spcBef>
              <a:spcAft>
                <a:spcPts val="0"/>
              </a:spcAft>
              <a:buSzPts val="1100"/>
              <a:buNone/>
              <a:defRPr sz="1100"/>
            </a:lvl2pPr>
            <a:lvl3pPr lvl="2" rtl="0" algn="ctr">
              <a:lnSpc>
                <a:spcPct val="100000"/>
              </a:lnSpc>
              <a:spcBef>
                <a:spcPts val="0"/>
              </a:spcBef>
              <a:spcAft>
                <a:spcPts val="0"/>
              </a:spcAft>
              <a:buSzPts val="1100"/>
              <a:buNone/>
              <a:defRPr sz="1100"/>
            </a:lvl3pPr>
            <a:lvl4pPr lvl="3" rtl="0" algn="ctr">
              <a:lnSpc>
                <a:spcPct val="100000"/>
              </a:lnSpc>
              <a:spcBef>
                <a:spcPts val="0"/>
              </a:spcBef>
              <a:spcAft>
                <a:spcPts val="0"/>
              </a:spcAft>
              <a:buSzPts val="1100"/>
              <a:buNone/>
              <a:defRPr sz="1100"/>
            </a:lvl4pPr>
            <a:lvl5pPr lvl="4" rtl="0" algn="ctr">
              <a:lnSpc>
                <a:spcPct val="100000"/>
              </a:lnSpc>
              <a:spcBef>
                <a:spcPts val="0"/>
              </a:spcBef>
              <a:spcAft>
                <a:spcPts val="0"/>
              </a:spcAft>
              <a:buSzPts val="1100"/>
              <a:buNone/>
              <a:defRPr sz="1100"/>
            </a:lvl5pPr>
            <a:lvl6pPr lvl="5" rtl="0" algn="ctr">
              <a:lnSpc>
                <a:spcPct val="100000"/>
              </a:lnSpc>
              <a:spcBef>
                <a:spcPts val="0"/>
              </a:spcBef>
              <a:spcAft>
                <a:spcPts val="0"/>
              </a:spcAft>
              <a:buSzPts val="1100"/>
              <a:buNone/>
              <a:defRPr sz="1100"/>
            </a:lvl6pPr>
            <a:lvl7pPr lvl="6" rtl="0" algn="ctr">
              <a:lnSpc>
                <a:spcPct val="100000"/>
              </a:lnSpc>
              <a:spcBef>
                <a:spcPts val="0"/>
              </a:spcBef>
              <a:spcAft>
                <a:spcPts val="0"/>
              </a:spcAft>
              <a:buSzPts val="1100"/>
              <a:buNone/>
              <a:defRPr sz="1100"/>
            </a:lvl7pPr>
            <a:lvl8pPr lvl="7" rtl="0" algn="ctr">
              <a:lnSpc>
                <a:spcPct val="100000"/>
              </a:lnSpc>
              <a:spcBef>
                <a:spcPts val="0"/>
              </a:spcBef>
              <a:spcAft>
                <a:spcPts val="0"/>
              </a:spcAft>
              <a:buSzPts val="1100"/>
              <a:buNone/>
              <a:defRPr sz="1100"/>
            </a:lvl8pPr>
            <a:lvl9pPr lvl="8" rtl="0" algn="ctr">
              <a:lnSpc>
                <a:spcPct val="100000"/>
              </a:lnSpc>
              <a:spcBef>
                <a:spcPts val="0"/>
              </a:spcBef>
              <a:spcAft>
                <a:spcPts val="0"/>
              </a:spcAft>
              <a:buSzPts val="1100"/>
              <a:buNone/>
              <a:defRPr sz="11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lists">
  <p:cSld name="TITLE_AND_TWO_COLUMNS_1">
    <p:bg>
      <p:bgPr>
        <a:blipFill>
          <a:blip r:embed="rId2">
            <a:alphaModFix/>
          </a:blip>
          <a:stretch>
            <a:fillRect/>
          </a:stretch>
        </a:blipFill>
      </p:bgPr>
    </p:bg>
    <p:spTree>
      <p:nvGrpSpPr>
        <p:cNvPr id="75" name="Shape 75"/>
        <p:cNvGrpSpPr/>
        <p:nvPr/>
      </p:nvGrpSpPr>
      <p:grpSpPr>
        <a:xfrm>
          <a:off x="0" y="0"/>
          <a:ext cx="0" cy="0"/>
          <a:chOff x="0" y="0"/>
          <a:chExt cx="0" cy="0"/>
        </a:xfrm>
      </p:grpSpPr>
      <p:sp>
        <p:nvSpPr>
          <p:cNvPr id="76" name="Google Shape;76;p15"/>
          <p:cNvSpPr txBox="1"/>
          <p:nvPr>
            <p:ph type="title"/>
          </p:nvPr>
        </p:nvSpPr>
        <p:spPr>
          <a:xfrm>
            <a:off x="617552" y="393697"/>
            <a:ext cx="3182700" cy="713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5"/>
          <p:cNvSpPr txBox="1"/>
          <p:nvPr>
            <p:ph idx="2" type="ctrTitle"/>
          </p:nvPr>
        </p:nvSpPr>
        <p:spPr>
          <a:xfrm>
            <a:off x="1622705" y="1726225"/>
            <a:ext cx="1379400" cy="54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20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78" name="Google Shape;78;p15"/>
          <p:cNvSpPr txBox="1"/>
          <p:nvPr>
            <p:ph idx="1" type="subTitle"/>
          </p:nvPr>
        </p:nvSpPr>
        <p:spPr>
          <a:xfrm>
            <a:off x="913355" y="2151245"/>
            <a:ext cx="2798100" cy="192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1600"/>
              </a:spcBef>
              <a:spcAft>
                <a:spcPts val="0"/>
              </a:spcAft>
              <a:buSzPts val="1400"/>
              <a:buChar char="○"/>
              <a:defRPr sz="1100"/>
            </a:lvl2pPr>
            <a:lvl3pPr lvl="2" rtl="0">
              <a:lnSpc>
                <a:spcPct val="100000"/>
              </a:lnSpc>
              <a:spcBef>
                <a:spcPts val="0"/>
              </a:spcBef>
              <a:spcAft>
                <a:spcPts val="0"/>
              </a:spcAft>
              <a:buSzPts val="1400"/>
              <a:buChar char="■"/>
              <a:defRPr sz="1100"/>
            </a:lvl3pPr>
            <a:lvl4pPr lvl="3" rtl="0">
              <a:lnSpc>
                <a:spcPct val="100000"/>
              </a:lnSpc>
              <a:spcBef>
                <a:spcPts val="0"/>
              </a:spcBef>
              <a:spcAft>
                <a:spcPts val="0"/>
              </a:spcAft>
              <a:buSzPts val="1400"/>
              <a:buChar char="●"/>
              <a:defRPr sz="1100"/>
            </a:lvl4pPr>
            <a:lvl5pPr lvl="4" rtl="0">
              <a:lnSpc>
                <a:spcPct val="100000"/>
              </a:lnSpc>
              <a:spcBef>
                <a:spcPts val="0"/>
              </a:spcBef>
              <a:spcAft>
                <a:spcPts val="0"/>
              </a:spcAft>
              <a:buSzPts val="1400"/>
              <a:buChar char="○"/>
              <a:defRPr sz="1100"/>
            </a:lvl5pPr>
            <a:lvl6pPr lvl="5" rtl="0">
              <a:lnSpc>
                <a:spcPct val="100000"/>
              </a:lnSpc>
              <a:spcBef>
                <a:spcPts val="0"/>
              </a:spcBef>
              <a:spcAft>
                <a:spcPts val="0"/>
              </a:spcAft>
              <a:buSzPts val="1400"/>
              <a:buChar char="■"/>
              <a:defRPr sz="1100"/>
            </a:lvl6pPr>
            <a:lvl7pPr lvl="6" rtl="0">
              <a:lnSpc>
                <a:spcPct val="100000"/>
              </a:lnSpc>
              <a:spcBef>
                <a:spcPts val="0"/>
              </a:spcBef>
              <a:spcAft>
                <a:spcPts val="0"/>
              </a:spcAft>
              <a:buSzPts val="1400"/>
              <a:buChar char="●"/>
              <a:defRPr sz="1100"/>
            </a:lvl7pPr>
            <a:lvl8pPr lvl="7" rtl="0">
              <a:lnSpc>
                <a:spcPct val="100000"/>
              </a:lnSpc>
              <a:spcBef>
                <a:spcPts val="0"/>
              </a:spcBef>
              <a:spcAft>
                <a:spcPts val="0"/>
              </a:spcAft>
              <a:buSzPts val="1400"/>
              <a:buChar char="○"/>
              <a:defRPr sz="1100"/>
            </a:lvl8pPr>
            <a:lvl9pPr lvl="8" rtl="0">
              <a:lnSpc>
                <a:spcPct val="100000"/>
              </a:lnSpc>
              <a:spcBef>
                <a:spcPts val="0"/>
              </a:spcBef>
              <a:spcAft>
                <a:spcPts val="0"/>
              </a:spcAft>
              <a:buSzPts val="1400"/>
              <a:buChar char="■"/>
              <a:defRPr sz="1100"/>
            </a:lvl9pPr>
          </a:lstStyle>
          <a:p/>
        </p:txBody>
      </p:sp>
      <p:sp>
        <p:nvSpPr>
          <p:cNvPr id="79" name="Google Shape;79;p15"/>
          <p:cNvSpPr txBox="1"/>
          <p:nvPr>
            <p:ph idx="3" type="ctrTitle"/>
          </p:nvPr>
        </p:nvSpPr>
        <p:spPr>
          <a:xfrm>
            <a:off x="6148860" y="1726225"/>
            <a:ext cx="1379400" cy="540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1800"/>
              <a:buNone/>
              <a:defRPr sz="2000">
                <a:solidFill>
                  <a:schemeClr val="lt1"/>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80" name="Google Shape;80;p15"/>
          <p:cNvSpPr txBox="1"/>
          <p:nvPr>
            <p:ph idx="4" type="subTitle"/>
          </p:nvPr>
        </p:nvSpPr>
        <p:spPr>
          <a:xfrm>
            <a:off x="5439530" y="2151245"/>
            <a:ext cx="2798100" cy="192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nSpc>
                <a:spcPct val="100000"/>
              </a:lnSpc>
              <a:spcBef>
                <a:spcPts val="1600"/>
              </a:spcBef>
              <a:spcAft>
                <a:spcPts val="0"/>
              </a:spcAft>
              <a:buSzPts val="1400"/>
              <a:buChar char="○"/>
              <a:defRPr sz="1100"/>
            </a:lvl2pPr>
            <a:lvl3pPr lvl="2" rtl="0">
              <a:lnSpc>
                <a:spcPct val="100000"/>
              </a:lnSpc>
              <a:spcBef>
                <a:spcPts val="0"/>
              </a:spcBef>
              <a:spcAft>
                <a:spcPts val="0"/>
              </a:spcAft>
              <a:buSzPts val="1400"/>
              <a:buChar char="■"/>
              <a:defRPr sz="1100"/>
            </a:lvl3pPr>
            <a:lvl4pPr lvl="3" rtl="0">
              <a:lnSpc>
                <a:spcPct val="100000"/>
              </a:lnSpc>
              <a:spcBef>
                <a:spcPts val="0"/>
              </a:spcBef>
              <a:spcAft>
                <a:spcPts val="0"/>
              </a:spcAft>
              <a:buSzPts val="1400"/>
              <a:buChar char="●"/>
              <a:defRPr sz="1100"/>
            </a:lvl4pPr>
            <a:lvl5pPr lvl="4" rtl="0">
              <a:lnSpc>
                <a:spcPct val="100000"/>
              </a:lnSpc>
              <a:spcBef>
                <a:spcPts val="0"/>
              </a:spcBef>
              <a:spcAft>
                <a:spcPts val="0"/>
              </a:spcAft>
              <a:buSzPts val="1400"/>
              <a:buChar char="○"/>
              <a:defRPr sz="1100"/>
            </a:lvl5pPr>
            <a:lvl6pPr lvl="5" rtl="0">
              <a:lnSpc>
                <a:spcPct val="100000"/>
              </a:lnSpc>
              <a:spcBef>
                <a:spcPts val="0"/>
              </a:spcBef>
              <a:spcAft>
                <a:spcPts val="0"/>
              </a:spcAft>
              <a:buSzPts val="1400"/>
              <a:buChar char="■"/>
              <a:defRPr sz="1100"/>
            </a:lvl6pPr>
            <a:lvl7pPr lvl="6" rtl="0">
              <a:lnSpc>
                <a:spcPct val="100000"/>
              </a:lnSpc>
              <a:spcBef>
                <a:spcPts val="0"/>
              </a:spcBef>
              <a:spcAft>
                <a:spcPts val="0"/>
              </a:spcAft>
              <a:buSzPts val="1400"/>
              <a:buChar char="●"/>
              <a:defRPr sz="1100"/>
            </a:lvl7pPr>
            <a:lvl8pPr lvl="7" rtl="0">
              <a:lnSpc>
                <a:spcPct val="100000"/>
              </a:lnSpc>
              <a:spcBef>
                <a:spcPts val="0"/>
              </a:spcBef>
              <a:spcAft>
                <a:spcPts val="0"/>
              </a:spcAft>
              <a:buSzPts val="1400"/>
              <a:buChar char="○"/>
              <a:defRPr sz="1100"/>
            </a:lvl8pPr>
            <a:lvl9pPr lvl="8" rtl="0">
              <a:lnSpc>
                <a:spcPct val="100000"/>
              </a:lnSpc>
              <a:spcBef>
                <a:spcPts val="0"/>
              </a:spcBef>
              <a:spcAft>
                <a:spcPts val="0"/>
              </a:spcAft>
              <a:buSzPts val="1400"/>
              <a:buChar char="■"/>
              <a:defRPr sz="11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2">
    <p:bg>
      <p:bgPr>
        <a:blipFill>
          <a:blip r:embed="rId2">
            <a:alphaModFix/>
          </a:blip>
          <a:stretch>
            <a:fillRect/>
          </a:stretch>
        </a:blipFill>
      </p:bgPr>
    </p:bg>
    <p:spTree>
      <p:nvGrpSpPr>
        <p:cNvPr id="81" name="Shape 81"/>
        <p:cNvGrpSpPr/>
        <p:nvPr/>
      </p:nvGrpSpPr>
      <p:grpSpPr>
        <a:xfrm>
          <a:off x="0" y="0"/>
          <a:ext cx="0" cy="0"/>
          <a:chOff x="0" y="0"/>
          <a:chExt cx="0" cy="0"/>
        </a:xfrm>
      </p:grpSpPr>
      <p:sp>
        <p:nvSpPr>
          <p:cNvPr id="82" name="Google Shape;82;p16"/>
          <p:cNvSpPr txBox="1"/>
          <p:nvPr>
            <p:ph idx="1" type="subTitle"/>
          </p:nvPr>
        </p:nvSpPr>
        <p:spPr>
          <a:xfrm>
            <a:off x="4586100" y="3086743"/>
            <a:ext cx="2176500" cy="5217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83" name="Google Shape;83;p16"/>
          <p:cNvSpPr txBox="1"/>
          <p:nvPr>
            <p:ph idx="2" type="subTitle"/>
          </p:nvPr>
        </p:nvSpPr>
        <p:spPr>
          <a:xfrm>
            <a:off x="4055125" y="3381539"/>
            <a:ext cx="2707500" cy="970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accent1"/>
                </a:solidFill>
              </a:defRPr>
            </a:lvl1pPr>
            <a:lvl2pPr lvl="1" rtl="0" algn="r">
              <a:lnSpc>
                <a:spcPct val="100000"/>
              </a:lnSpc>
              <a:spcBef>
                <a:spcPts val="1600"/>
              </a:spcBef>
              <a:spcAft>
                <a:spcPts val="0"/>
              </a:spcAft>
              <a:buNone/>
              <a:defRPr sz="1400">
                <a:solidFill>
                  <a:schemeClr val="accent1"/>
                </a:solidFill>
              </a:defRPr>
            </a:lvl2pPr>
            <a:lvl3pPr lvl="2" rtl="0" algn="r">
              <a:lnSpc>
                <a:spcPct val="100000"/>
              </a:lnSpc>
              <a:spcBef>
                <a:spcPts val="1600"/>
              </a:spcBef>
              <a:spcAft>
                <a:spcPts val="0"/>
              </a:spcAft>
              <a:buNone/>
              <a:defRPr sz="1400">
                <a:solidFill>
                  <a:schemeClr val="accent1"/>
                </a:solidFill>
              </a:defRPr>
            </a:lvl3pPr>
            <a:lvl4pPr lvl="3" rtl="0" algn="r">
              <a:lnSpc>
                <a:spcPct val="100000"/>
              </a:lnSpc>
              <a:spcBef>
                <a:spcPts val="1600"/>
              </a:spcBef>
              <a:spcAft>
                <a:spcPts val="0"/>
              </a:spcAft>
              <a:buNone/>
              <a:defRPr sz="1400">
                <a:solidFill>
                  <a:schemeClr val="accent1"/>
                </a:solidFill>
              </a:defRPr>
            </a:lvl4pPr>
            <a:lvl5pPr lvl="4" rtl="0" algn="r">
              <a:lnSpc>
                <a:spcPct val="100000"/>
              </a:lnSpc>
              <a:spcBef>
                <a:spcPts val="1600"/>
              </a:spcBef>
              <a:spcAft>
                <a:spcPts val="0"/>
              </a:spcAft>
              <a:buNone/>
              <a:defRPr sz="1400">
                <a:solidFill>
                  <a:schemeClr val="accent1"/>
                </a:solidFill>
              </a:defRPr>
            </a:lvl5pPr>
            <a:lvl6pPr lvl="5" rtl="0" algn="r">
              <a:lnSpc>
                <a:spcPct val="100000"/>
              </a:lnSpc>
              <a:spcBef>
                <a:spcPts val="1600"/>
              </a:spcBef>
              <a:spcAft>
                <a:spcPts val="0"/>
              </a:spcAft>
              <a:buNone/>
              <a:defRPr sz="1400">
                <a:solidFill>
                  <a:schemeClr val="accent1"/>
                </a:solidFill>
              </a:defRPr>
            </a:lvl6pPr>
            <a:lvl7pPr lvl="6" rtl="0" algn="r">
              <a:lnSpc>
                <a:spcPct val="100000"/>
              </a:lnSpc>
              <a:spcBef>
                <a:spcPts val="1600"/>
              </a:spcBef>
              <a:spcAft>
                <a:spcPts val="0"/>
              </a:spcAft>
              <a:buNone/>
              <a:defRPr sz="1400">
                <a:solidFill>
                  <a:schemeClr val="accent1"/>
                </a:solidFill>
              </a:defRPr>
            </a:lvl7pPr>
            <a:lvl8pPr lvl="7" rtl="0" algn="r">
              <a:lnSpc>
                <a:spcPct val="100000"/>
              </a:lnSpc>
              <a:spcBef>
                <a:spcPts val="1600"/>
              </a:spcBef>
              <a:spcAft>
                <a:spcPts val="0"/>
              </a:spcAft>
              <a:buNone/>
              <a:defRPr sz="1400">
                <a:solidFill>
                  <a:schemeClr val="accent1"/>
                </a:solidFill>
              </a:defRPr>
            </a:lvl8pPr>
            <a:lvl9pPr lvl="8" rtl="0" algn="r">
              <a:lnSpc>
                <a:spcPct val="100000"/>
              </a:lnSpc>
              <a:spcBef>
                <a:spcPts val="1600"/>
              </a:spcBef>
              <a:spcAft>
                <a:spcPts val="1600"/>
              </a:spcAft>
              <a:buNone/>
              <a:defRPr sz="1400">
                <a:solidFill>
                  <a:schemeClr val="accent1"/>
                </a:solidFill>
              </a:defRPr>
            </a:lvl9pPr>
          </a:lstStyle>
          <a:p/>
        </p:txBody>
      </p:sp>
      <p:sp>
        <p:nvSpPr>
          <p:cNvPr id="84" name="Google Shape;84;p16"/>
          <p:cNvSpPr txBox="1"/>
          <p:nvPr>
            <p:ph type="title"/>
          </p:nvPr>
        </p:nvSpPr>
        <p:spPr>
          <a:xfrm>
            <a:off x="623351" y="383374"/>
            <a:ext cx="5231700" cy="9405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85" name="Google Shape;85;p16"/>
          <p:cNvSpPr txBox="1"/>
          <p:nvPr>
            <p:ph idx="3" type="subTitle"/>
          </p:nvPr>
        </p:nvSpPr>
        <p:spPr>
          <a:xfrm>
            <a:off x="4939800" y="791265"/>
            <a:ext cx="1822800" cy="5217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86" name="Google Shape;86;p16"/>
          <p:cNvSpPr txBox="1"/>
          <p:nvPr>
            <p:ph idx="4" type="subTitle"/>
          </p:nvPr>
        </p:nvSpPr>
        <p:spPr>
          <a:xfrm>
            <a:off x="4055125" y="1076167"/>
            <a:ext cx="2707500" cy="940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accent1"/>
                </a:solidFill>
              </a:defRPr>
            </a:lvl1pPr>
            <a:lvl2pPr lvl="1" rtl="0" algn="r">
              <a:lnSpc>
                <a:spcPct val="100000"/>
              </a:lnSpc>
              <a:spcBef>
                <a:spcPts val="1600"/>
              </a:spcBef>
              <a:spcAft>
                <a:spcPts val="0"/>
              </a:spcAft>
              <a:buNone/>
              <a:defRPr sz="1400">
                <a:solidFill>
                  <a:schemeClr val="accent1"/>
                </a:solidFill>
              </a:defRPr>
            </a:lvl2pPr>
            <a:lvl3pPr lvl="2" rtl="0" algn="r">
              <a:lnSpc>
                <a:spcPct val="100000"/>
              </a:lnSpc>
              <a:spcBef>
                <a:spcPts val="1600"/>
              </a:spcBef>
              <a:spcAft>
                <a:spcPts val="0"/>
              </a:spcAft>
              <a:buNone/>
              <a:defRPr sz="1400">
                <a:solidFill>
                  <a:schemeClr val="accent1"/>
                </a:solidFill>
              </a:defRPr>
            </a:lvl3pPr>
            <a:lvl4pPr lvl="3" rtl="0" algn="r">
              <a:lnSpc>
                <a:spcPct val="100000"/>
              </a:lnSpc>
              <a:spcBef>
                <a:spcPts val="1600"/>
              </a:spcBef>
              <a:spcAft>
                <a:spcPts val="0"/>
              </a:spcAft>
              <a:buNone/>
              <a:defRPr sz="1400">
                <a:solidFill>
                  <a:schemeClr val="accent1"/>
                </a:solidFill>
              </a:defRPr>
            </a:lvl4pPr>
            <a:lvl5pPr lvl="4" rtl="0" algn="r">
              <a:lnSpc>
                <a:spcPct val="100000"/>
              </a:lnSpc>
              <a:spcBef>
                <a:spcPts val="1600"/>
              </a:spcBef>
              <a:spcAft>
                <a:spcPts val="0"/>
              </a:spcAft>
              <a:buNone/>
              <a:defRPr sz="1400">
                <a:solidFill>
                  <a:schemeClr val="accent1"/>
                </a:solidFill>
              </a:defRPr>
            </a:lvl5pPr>
            <a:lvl6pPr lvl="5" rtl="0" algn="r">
              <a:lnSpc>
                <a:spcPct val="100000"/>
              </a:lnSpc>
              <a:spcBef>
                <a:spcPts val="1600"/>
              </a:spcBef>
              <a:spcAft>
                <a:spcPts val="0"/>
              </a:spcAft>
              <a:buNone/>
              <a:defRPr sz="1400">
                <a:solidFill>
                  <a:schemeClr val="accent1"/>
                </a:solidFill>
              </a:defRPr>
            </a:lvl6pPr>
            <a:lvl7pPr lvl="6" rtl="0" algn="r">
              <a:lnSpc>
                <a:spcPct val="100000"/>
              </a:lnSpc>
              <a:spcBef>
                <a:spcPts val="1600"/>
              </a:spcBef>
              <a:spcAft>
                <a:spcPts val="0"/>
              </a:spcAft>
              <a:buNone/>
              <a:defRPr sz="1400">
                <a:solidFill>
                  <a:schemeClr val="accent1"/>
                </a:solidFill>
              </a:defRPr>
            </a:lvl7pPr>
            <a:lvl8pPr lvl="7" rtl="0" algn="r">
              <a:lnSpc>
                <a:spcPct val="100000"/>
              </a:lnSpc>
              <a:spcBef>
                <a:spcPts val="1600"/>
              </a:spcBef>
              <a:spcAft>
                <a:spcPts val="0"/>
              </a:spcAft>
              <a:buNone/>
              <a:defRPr sz="1400">
                <a:solidFill>
                  <a:schemeClr val="accent1"/>
                </a:solidFill>
              </a:defRPr>
            </a:lvl8pPr>
            <a:lvl9pPr lvl="8" rtl="0" algn="r">
              <a:lnSpc>
                <a:spcPct val="100000"/>
              </a:lnSpc>
              <a:spcBef>
                <a:spcPts val="1600"/>
              </a:spcBef>
              <a:spcAft>
                <a:spcPts val="1600"/>
              </a:spcAft>
              <a:buNone/>
              <a:defRPr sz="1400">
                <a:solidFill>
                  <a:schemeClr val="accent1"/>
                </a:solidFill>
              </a:defRPr>
            </a:lvl9pPr>
          </a:lstStyle>
          <a:p/>
        </p:txBody>
      </p:sp>
      <p:sp>
        <p:nvSpPr>
          <p:cNvPr id="87" name="Google Shape;87;p16"/>
          <p:cNvSpPr txBox="1"/>
          <p:nvPr>
            <p:ph idx="5" type="subTitle"/>
          </p:nvPr>
        </p:nvSpPr>
        <p:spPr>
          <a:xfrm>
            <a:off x="4939800" y="1938401"/>
            <a:ext cx="1822800" cy="521700"/>
          </a:xfrm>
          <a:prstGeom prst="rect">
            <a:avLst/>
          </a:prstGeom>
        </p:spPr>
        <p:txBody>
          <a:bodyPr anchorCtr="0" anchor="t" bIns="91425" lIns="91425" spcFirstLastPara="1" rIns="91425" wrap="square" tIns="91425">
            <a:noAutofit/>
          </a:bodyPr>
          <a:lstStyle>
            <a:lvl1pPr lvl="0" rtl="0" algn="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88" name="Google Shape;88;p16"/>
          <p:cNvSpPr txBox="1"/>
          <p:nvPr>
            <p:ph idx="6" type="subTitle"/>
          </p:nvPr>
        </p:nvSpPr>
        <p:spPr>
          <a:xfrm>
            <a:off x="4055125" y="2223303"/>
            <a:ext cx="2707500" cy="9405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None/>
              <a:defRPr sz="1400">
                <a:solidFill>
                  <a:schemeClr val="accent1"/>
                </a:solidFill>
              </a:defRPr>
            </a:lvl1pPr>
            <a:lvl2pPr lvl="1" rtl="0" algn="r">
              <a:lnSpc>
                <a:spcPct val="100000"/>
              </a:lnSpc>
              <a:spcBef>
                <a:spcPts val="1600"/>
              </a:spcBef>
              <a:spcAft>
                <a:spcPts val="0"/>
              </a:spcAft>
              <a:buNone/>
              <a:defRPr sz="1400">
                <a:solidFill>
                  <a:schemeClr val="accent1"/>
                </a:solidFill>
              </a:defRPr>
            </a:lvl2pPr>
            <a:lvl3pPr lvl="2" rtl="0" algn="r">
              <a:lnSpc>
                <a:spcPct val="100000"/>
              </a:lnSpc>
              <a:spcBef>
                <a:spcPts val="1600"/>
              </a:spcBef>
              <a:spcAft>
                <a:spcPts val="0"/>
              </a:spcAft>
              <a:buNone/>
              <a:defRPr sz="1400">
                <a:solidFill>
                  <a:schemeClr val="accent1"/>
                </a:solidFill>
              </a:defRPr>
            </a:lvl3pPr>
            <a:lvl4pPr lvl="3" rtl="0" algn="r">
              <a:lnSpc>
                <a:spcPct val="100000"/>
              </a:lnSpc>
              <a:spcBef>
                <a:spcPts val="1600"/>
              </a:spcBef>
              <a:spcAft>
                <a:spcPts val="0"/>
              </a:spcAft>
              <a:buNone/>
              <a:defRPr sz="1400">
                <a:solidFill>
                  <a:schemeClr val="accent1"/>
                </a:solidFill>
              </a:defRPr>
            </a:lvl4pPr>
            <a:lvl5pPr lvl="4" rtl="0" algn="r">
              <a:lnSpc>
                <a:spcPct val="100000"/>
              </a:lnSpc>
              <a:spcBef>
                <a:spcPts val="1600"/>
              </a:spcBef>
              <a:spcAft>
                <a:spcPts val="0"/>
              </a:spcAft>
              <a:buNone/>
              <a:defRPr sz="1400">
                <a:solidFill>
                  <a:schemeClr val="accent1"/>
                </a:solidFill>
              </a:defRPr>
            </a:lvl5pPr>
            <a:lvl6pPr lvl="5" rtl="0" algn="r">
              <a:lnSpc>
                <a:spcPct val="100000"/>
              </a:lnSpc>
              <a:spcBef>
                <a:spcPts val="1600"/>
              </a:spcBef>
              <a:spcAft>
                <a:spcPts val="0"/>
              </a:spcAft>
              <a:buNone/>
              <a:defRPr sz="1400">
                <a:solidFill>
                  <a:schemeClr val="accent1"/>
                </a:solidFill>
              </a:defRPr>
            </a:lvl6pPr>
            <a:lvl7pPr lvl="6" rtl="0" algn="r">
              <a:lnSpc>
                <a:spcPct val="100000"/>
              </a:lnSpc>
              <a:spcBef>
                <a:spcPts val="1600"/>
              </a:spcBef>
              <a:spcAft>
                <a:spcPts val="0"/>
              </a:spcAft>
              <a:buNone/>
              <a:defRPr sz="1400">
                <a:solidFill>
                  <a:schemeClr val="accent1"/>
                </a:solidFill>
              </a:defRPr>
            </a:lvl7pPr>
            <a:lvl8pPr lvl="7" rtl="0" algn="r">
              <a:lnSpc>
                <a:spcPct val="100000"/>
              </a:lnSpc>
              <a:spcBef>
                <a:spcPts val="1600"/>
              </a:spcBef>
              <a:spcAft>
                <a:spcPts val="0"/>
              </a:spcAft>
              <a:buNone/>
              <a:defRPr sz="1400">
                <a:solidFill>
                  <a:schemeClr val="accent1"/>
                </a:solidFill>
              </a:defRPr>
            </a:lvl8pPr>
            <a:lvl9pPr lvl="8" rtl="0" algn="r">
              <a:lnSpc>
                <a:spcPct val="100000"/>
              </a:lnSpc>
              <a:spcBef>
                <a:spcPts val="1600"/>
              </a:spcBef>
              <a:spcAft>
                <a:spcPts val="1600"/>
              </a:spcAft>
              <a:buNone/>
              <a:defRPr sz="1400">
                <a:solidFill>
                  <a:schemeClr val="accen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2_1">
    <p:bg>
      <p:bgPr>
        <a:blipFill>
          <a:blip r:embed="rId2">
            <a:alphaModFix/>
          </a:blip>
          <a:stretch>
            <a:fillRect/>
          </a:stretch>
        </a:blipFill>
      </p:bgPr>
    </p:bg>
    <p:spTree>
      <p:nvGrpSpPr>
        <p:cNvPr id="89" name="Shape 89"/>
        <p:cNvGrpSpPr/>
        <p:nvPr/>
      </p:nvGrpSpPr>
      <p:grpSpPr>
        <a:xfrm>
          <a:off x="0" y="0"/>
          <a:ext cx="0" cy="0"/>
          <a:chOff x="0" y="0"/>
          <a:chExt cx="0" cy="0"/>
        </a:xfrm>
      </p:grpSpPr>
      <p:sp>
        <p:nvSpPr>
          <p:cNvPr id="90" name="Google Shape;90;p17"/>
          <p:cNvSpPr txBox="1"/>
          <p:nvPr>
            <p:ph idx="1" type="subTitle"/>
          </p:nvPr>
        </p:nvSpPr>
        <p:spPr>
          <a:xfrm>
            <a:off x="1393875" y="1369175"/>
            <a:ext cx="1046100" cy="521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ct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91" name="Google Shape;91;p17"/>
          <p:cNvSpPr txBox="1"/>
          <p:nvPr>
            <p:ph idx="2" type="subTitle"/>
          </p:nvPr>
        </p:nvSpPr>
        <p:spPr>
          <a:xfrm>
            <a:off x="952062" y="1768775"/>
            <a:ext cx="1929600" cy="52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accent1"/>
                </a:solidFill>
              </a:defRPr>
            </a:lvl1pPr>
            <a:lvl2pPr lvl="1" rtl="0" algn="ctr">
              <a:lnSpc>
                <a:spcPct val="100000"/>
              </a:lnSpc>
              <a:spcBef>
                <a:spcPts val="1600"/>
              </a:spcBef>
              <a:spcAft>
                <a:spcPts val="0"/>
              </a:spcAft>
              <a:buNone/>
              <a:defRPr sz="1400">
                <a:solidFill>
                  <a:schemeClr val="accent1"/>
                </a:solidFill>
              </a:defRPr>
            </a:lvl2pPr>
            <a:lvl3pPr lvl="2" rtl="0" algn="ctr">
              <a:lnSpc>
                <a:spcPct val="100000"/>
              </a:lnSpc>
              <a:spcBef>
                <a:spcPts val="1600"/>
              </a:spcBef>
              <a:spcAft>
                <a:spcPts val="0"/>
              </a:spcAft>
              <a:buNone/>
              <a:defRPr sz="1400">
                <a:solidFill>
                  <a:schemeClr val="accent1"/>
                </a:solidFill>
              </a:defRPr>
            </a:lvl3pPr>
            <a:lvl4pPr lvl="3" rtl="0" algn="ctr">
              <a:lnSpc>
                <a:spcPct val="100000"/>
              </a:lnSpc>
              <a:spcBef>
                <a:spcPts val="1600"/>
              </a:spcBef>
              <a:spcAft>
                <a:spcPts val="0"/>
              </a:spcAft>
              <a:buNone/>
              <a:defRPr sz="1400">
                <a:solidFill>
                  <a:schemeClr val="accent1"/>
                </a:solidFill>
              </a:defRPr>
            </a:lvl4pPr>
            <a:lvl5pPr lvl="4" rtl="0" algn="ctr">
              <a:lnSpc>
                <a:spcPct val="100000"/>
              </a:lnSpc>
              <a:spcBef>
                <a:spcPts val="1600"/>
              </a:spcBef>
              <a:spcAft>
                <a:spcPts val="0"/>
              </a:spcAft>
              <a:buNone/>
              <a:defRPr sz="1400">
                <a:solidFill>
                  <a:schemeClr val="accent1"/>
                </a:solidFill>
              </a:defRPr>
            </a:lvl5pPr>
            <a:lvl6pPr lvl="5" rtl="0" algn="ctr">
              <a:lnSpc>
                <a:spcPct val="100000"/>
              </a:lnSpc>
              <a:spcBef>
                <a:spcPts val="1600"/>
              </a:spcBef>
              <a:spcAft>
                <a:spcPts val="0"/>
              </a:spcAft>
              <a:buNone/>
              <a:defRPr sz="1400">
                <a:solidFill>
                  <a:schemeClr val="accent1"/>
                </a:solidFill>
              </a:defRPr>
            </a:lvl6pPr>
            <a:lvl7pPr lvl="6" rtl="0" algn="ctr">
              <a:lnSpc>
                <a:spcPct val="100000"/>
              </a:lnSpc>
              <a:spcBef>
                <a:spcPts val="1600"/>
              </a:spcBef>
              <a:spcAft>
                <a:spcPts val="0"/>
              </a:spcAft>
              <a:buNone/>
              <a:defRPr sz="1400">
                <a:solidFill>
                  <a:schemeClr val="accent1"/>
                </a:solidFill>
              </a:defRPr>
            </a:lvl7pPr>
            <a:lvl8pPr lvl="7" rtl="0" algn="ctr">
              <a:lnSpc>
                <a:spcPct val="100000"/>
              </a:lnSpc>
              <a:spcBef>
                <a:spcPts val="1600"/>
              </a:spcBef>
              <a:spcAft>
                <a:spcPts val="0"/>
              </a:spcAft>
              <a:buNone/>
              <a:defRPr sz="1400">
                <a:solidFill>
                  <a:schemeClr val="accent1"/>
                </a:solidFill>
              </a:defRPr>
            </a:lvl8pPr>
            <a:lvl9pPr lvl="8" rtl="0" algn="ctr">
              <a:lnSpc>
                <a:spcPct val="100000"/>
              </a:lnSpc>
              <a:spcBef>
                <a:spcPts val="1600"/>
              </a:spcBef>
              <a:spcAft>
                <a:spcPts val="1600"/>
              </a:spcAft>
              <a:buNone/>
              <a:defRPr sz="1400">
                <a:solidFill>
                  <a:schemeClr val="accent1"/>
                </a:solidFill>
              </a:defRPr>
            </a:lvl9pPr>
          </a:lstStyle>
          <a:p/>
        </p:txBody>
      </p:sp>
      <p:sp>
        <p:nvSpPr>
          <p:cNvPr id="92" name="Google Shape;92;p17"/>
          <p:cNvSpPr txBox="1"/>
          <p:nvPr>
            <p:ph type="title"/>
          </p:nvPr>
        </p:nvSpPr>
        <p:spPr>
          <a:xfrm>
            <a:off x="618034" y="392023"/>
            <a:ext cx="1491300" cy="554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solidFill>
                  <a:schemeClr val="lt1"/>
                </a:solidFill>
              </a:defRPr>
            </a:lvl1pPr>
            <a:lvl2pPr lvl="1" rtl="0">
              <a:spcBef>
                <a:spcPts val="0"/>
              </a:spcBef>
              <a:spcAft>
                <a:spcPts val="0"/>
              </a:spcAft>
              <a:buNone/>
              <a:defRPr>
                <a:solidFill>
                  <a:schemeClr val="lt1"/>
                </a:solidFill>
              </a:defRPr>
            </a:lvl2pPr>
            <a:lvl3pPr lvl="2" rtl="0">
              <a:spcBef>
                <a:spcPts val="0"/>
              </a:spcBef>
              <a:spcAft>
                <a:spcPts val="0"/>
              </a:spcAft>
              <a:buNone/>
              <a:defRPr>
                <a:solidFill>
                  <a:schemeClr val="lt1"/>
                </a:solidFill>
              </a:defRPr>
            </a:lvl3pPr>
            <a:lvl4pPr lvl="3" rtl="0">
              <a:spcBef>
                <a:spcPts val="0"/>
              </a:spcBef>
              <a:spcAft>
                <a:spcPts val="0"/>
              </a:spcAft>
              <a:buNone/>
              <a:defRPr>
                <a:solidFill>
                  <a:schemeClr val="lt1"/>
                </a:solidFill>
              </a:defRPr>
            </a:lvl4pPr>
            <a:lvl5pPr lvl="4" rtl="0">
              <a:spcBef>
                <a:spcPts val="0"/>
              </a:spcBef>
              <a:spcAft>
                <a:spcPts val="0"/>
              </a:spcAft>
              <a:buNone/>
              <a:defRPr>
                <a:solidFill>
                  <a:schemeClr val="lt1"/>
                </a:solidFill>
              </a:defRPr>
            </a:lvl5pPr>
            <a:lvl6pPr lvl="5" rtl="0">
              <a:spcBef>
                <a:spcPts val="0"/>
              </a:spcBef>
              <a:spcAft>
                <a:spcPts val="0"/>
              </a:spcAft>
              <a:buNone/>
              <a:defRPr>
                <a:solidFill>
                  <a:schemeClr val="lt1"/>
                </a:solidFill>
              </a:defRPr>
            </a:lvl6pPr>
            <a:lvl7pPr lvl="6" rtl="0">
              <a:spcBef>
                <a:spcPts val="0"/>
              </a:spcBef>
              <a:spcAft>
                <a:spcPts val="0"/>
              </a:spcAft>
              <a:buNone/>
              <a:defRPr>
                <a:solidFill>
                  <a:schemeClr val="lt1"/>
                </a:solidFill>
              </a:defRPr>
            </a:lvl7pPr>
            <a:lvl8pPr lvl="7" rtl="0">
              <a:spcBef>
                <a:spcPts val="0"/>
              </a:spcBef>
              <a:spcAft>
                <a:spcPts val="0"/>
              </a:spcAft>
              <a:buNone/>
              <a:defRPr>
                <a:solidFill>
                  <a:schemeClr val="lt1"/>
                </a:solidFill>
              </a:defRPr>
            </a:lvl8pPr>
            <a:lvl9pPr lvl="8" rtl="0">
              <a:spcBef>
                <a:spcPts val="0"/>
              </a:spcBef>
              <a:spcAft>
                <a:spcPts val="0"/>
              </a:spcAft>
              <a:buNone/>
              <a:defRPr>
                <a:solidFill>
                  <a:schemeClr val="lt1"/>
                </a:solidFill>
              </a:defRPr>
            </a:lvl9pPr>
          </a:lstStyle>
          <a:p/>
        </p:txBody>
      </p:sp>
      <p:sp>
        <p:nvSpPr>
          <p:cNvPr id="93" name="Google Shape;93;p17"/>
          <p:cNvSpPr txBox="1"/>
          <p:nvPr>
            <p:ph idx="3" type="subTitle"/>
          </p:nvPr>
        </p:nvSpPr>
        <p:spPr>
          <a:xfrm>
            <a:off x="3646425" y="1369175"/>
            <a:ext cx="1379100" cy="521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ct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94" name="Google Shape;94;p17"/>
          <p:cNvSpPr txBox="1"/>
          <p:nvPr>
            <p:ph idx="4" type="subTitle"/>
          </p:nvPr>
        </p:nvSpPr>
        <p:spPr>
          <a:xfrm>
            <a:off x="3371237" y="1768775"/>
            <a:ext cx="1929600" cy="52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accent1"/>
                </a:solidFill>
              </a:defRPr>
            </a:lvl1pPr>
            <a:lvl2pPr lvl="1" rtl="0" algn="ctr">
              <a:lnSpc>
                <a:spcPct val="100000"/>
              </a:lnSpc>
              <a:spcBef>
                <a:spcPts val="1600"/>
              </a:spcBef>
              <a:spcAft>
                <a:spcPts val="0"/>
              </a:spcAft>
              <a:buNone/>
              <a:defRPr sz="1400">
                <a:solidFill>
                  <a:schemeClr val="accent1"/>
                </a:solidFill>
              </a:defRPr>
            </a:lvl2pPr>
            <a:lvl3pPr lvl="2" rtl="0" algn="ctr">
              <a:lnSpc>
                <a:spcPct val="100000"/>
              </a:lnSpc>
              <a:spcBef>
                <a:spcPts val="1600"/>
              </a:spcBef>
              <a:spcAft>
                <a:spcPts val="0"/>
              </a:spcAft>
              <a:buNone/>
              <a:defRPr sz="1400">
                <a:solidFill>
                  <a:schemeClr val="accent1"/>
                </a:solidFill>
              </a:defRPr>
            </a:lvl3pPr>
            <a:lvl4pPr lvl="3" rtl="0" algn="ctr">
              <a:lnSpc>
                <a:spcPct val="100000"/>
              </a:lnSpc>
              <a:spcBef>
                <a:spcPts val="1600"/>
              </a:spcBef>
              <a:spcAft>
                <a:spcPts val="0"/>
              </a:spcAft>
              <a:buNone/>
              <a:defRPr sz="1400">
                <a:solidFill>
                  <a:schemeClr val="accent1"/>
                </a:solidFill>
              </a:defRPr>
            </a:lvl4pPr>
            <a:lvl5pPr lvl="4" rtl="0" algn="ctr">
              <a:lnSpc>
                <a:spcPct val="100000"/>
              </a:lnSpc>
              <a:spcBef>
                <a:spcPts val="1600"/>
              </a:spcBef>
              <a:spcAft>
                <a:spcPts val="0"/>
              </a:spcAft>
              <a:buNone/>
              <a:defRPr sz="1400">
                <a:solidFill>
                  <a:schemeClr val="accent1"/>
                </a:solidFill>
              </a:defRPr>
            </a:lvl5pPr>
            <a:lvl6pPr lvl="5" rtl="0" algn="ctr">
              <a:lnSpc>
                <a:spcPct val="100000"/>
              </a:lnSpc>
              <a:spcBef>
                <a:spcPts val="1600"/>
              </a:spcBef>
              <a:spcAft>
                <a:spcPts val="0"/>
              </a:spcAft>
              <a:buNone/>
              <a:defRPr sz="1400">
                <a:solidFill>
                  <a:schemeClr val="accent1"/>
                </a:solidFill>
              </a:defRPr>
            </a:lvl6pPr>
            <a:lvl7pPr lvl="6" rtl="0" algn="ctr">
              <a:lnSpc>
                <a:spcPct val="100000"/>
              </a:lnSpc>
              <a:spcBef>
                <a:spcPts val="1600"/>
              </a:spcBef>
              <a:spcAft>
                <a:spcPts val="0"/>
              </a:spcAft>
              <a:buNone/>
              <a:defRPr sz="1400">
                <a:solidFill>
                  <a:schemeClr val="accent1"/>
                </a:solidFill>
              </a:defRPr>
            </a:lvl7pPr>
            <a:lvl8pPr lvl="7" rtl="0" algn="ctr">
              <a:lnSpc>
                <a:spcPct val="100000"/>
              </a:lnSpc>
              <a:spcBef>
                <a:spcPts val="1600"/>
              </a:spcBef>
              <a:spcAft>
                <a:spcPts val="0"/>
              </a:spcAft>
              <a:buNone/>
              <a:defRPr sz="1400">
                <a:solidFill>
                  <a:schemeClr val="accent1"/>
                </a:solidFill>
              </a:defRPr>
            </a:lvl8pPr>
            <a:lvl9pPr lvl="8" rtl="0" algn="ctr">
              <a:lnSpc>
                <a:spcPct val="100000"/>
              </a:lnSpc>
              <a:spcBef>
                <a:spcPts val="1600"/>
              </a:spcBef>
              <a:spcAft>
                <a:spcPts val="1600"/>
              </a:spcAft>
              <a:buNone/>
              <a:defRPr sz="1400">
                <a:solidFill>
                  <a:schemeClr val="accent1"/>
                </a:solidFill>
              </a:defRPr>
            </a:lvl9pPr>
          </a:lstStyle>
          <a:p/>
        </p:txBody>
      </p:sp>
      <p:sp>
        <p:nvSpPr>
          <p:cNvPr id="95" name="Google Shape;95;p17"/>
          <p:cNvSpPr txBox="1"/>
          <p:nvPr>
            <p:ph idx="5" type="subTitle"/>
          </p:nvPr>
        </p:nvSpPr>
        <p:spPr>
          <a:xfrm>
            <a:off x="1343300" y="2786350"/>
            <a:ext cx="1147200" cy="521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ct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96" name="Google Shape;96;p17"/>
          <p:cNvSpPr txBox="1"/>
          <p:nvPr>
            <p:ph idx="6" type="subTitle"/>
          </p:nvPr>
        </p:nvSpPr>
        <p:spPr>
          <a:xfrm>
            <a:off x="952062" y="3198160"/>
            <a:ext cx="1929600" cy="52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accent1"/>
                </a:solidFill>
              </a:defRPr>
            </a:lvl1pPr>
            <a:lvl2pPr lvl="1" rtl="0" algn="ctr">
              <a:lnSpc>
                <a:spcPct val="100000"/>
              </a:lnSpc>
              <a:spcBef>
                <a:spcPts val="1600"/>
              </a:spcBef>
              <a:spcAft>
                <a:spcPts val="0"/>
              </a:spcAft>
              <a:buNone/>
              <a:defRPr sz="1400">
                <a:solidFill>
                  <a:schemeClr val="accent1"/>
                </a:solidFill>
              </a:defRPr>
            </a:lvl2pPr>
            <a:lvl3pPr lvl="2" rtl="0" algn="ctr">
              <a:lnSpc>
                <a:spcPct val="100000"/>
              </a:lnSpc>
              <a:spcBef>
                <a:spcPts val="1600"/>
              </a:spcBef>
              <a:spcAft>
                <a:spcPts val="0"/>
              </a:spcAft>
              <a:buNone/>
              <a:defRPr sz="1400">
                <a:solidFill>
                  <a:schemeClr val="accent1"/>
                </a:solidFill>
              </a:defRPr>
            </a:lvl3pPr>
            <a:lvl4pPr lvl="3" rtl="0" algn="ctr">
              <a:lnSpc>
                <a:spcPct val="100000"/>
              </a:lnSpc>
              <a:spcBef>
                <a:spcPts val="1600"/>
              </a:spcBef>
              <a:spcAft>
                <a:spcPts val="0"/>
              </a:spcAft>
              <a:buNone/>
              <a:defRPr sz="1400">
                <a:solidFill>
                  <a:schemeClr val="accent1"/>
                </a:solidFill>
              </a:defRPr>
            </a:lvl4pPr>
            <a:lvl5pPr lvl="4" rtl="0" algn="ctr">
              <a:lnSpc>
                <a:spcPct val="100000"/>
              </a:lnSpc>
              <a:spcBef>
                <a:spcPts val="1600"/>
              </a:spcBef>
              <a:spcAft>
                <a:spcPts val="0"/>
              </a:spcAft>
              <a:buNone/>
              <a:defRPr sz="1400">
                <a:solidFill>
                  <a:schemeClr val="accent1"/>
                </a:solidFill>
              </a:defRPr>
            </a:lvl5pPr>
            <a:lvl6pPr lvl="5" rtl="0" algn="ctr">
              <a:lnSpc>
                <a:spcPct val="100000"/>
              </a:lnSpc>
              <a:spcBef>
                <a:spcPts val="1600"/>
              </a:spcBef>
              <a:spcAft>
                <a:spcPts val="0"/>
              </a:spcAft>
              <a:buNone/>
              <a:defRPr sz="1400">
                <a:solidFill>
                  <a:schemeClr val="accent1"/>
                </a:solidFill>
              </a:defRPr>
            </a:lvl6pPr>
            <a:lvl7pPr lvl="6" rtl="0" algn="ctr">
              <a:lnSpc>
                <a:spcPct val="100000"/>
              </a:lnSpc>
              <a:spcBef>
                <a:spcPts val="1600"/>
              </a:spcBef>
              <a:spcAft>
                <a:spcPts val="0"/>
              </a:spcAft>
              <a:buNone/>
              <a:defRPr sz="1400">
                <a:solidFill>
                  <a:schemeClr val="accent1"/>
                </a:solidFill>
              </a:defRPr>
            </a:lvl7pPr>
            <a:lvl8pPr lvl="7" rtl="0" algn="ctr">
              <a:lnSpc>
                <a:spcPct val="100000"/>
              </a:lnSpc>
              <a:spcBef>
                <a:spcPts val="1600"/>
              </a:spcBef>
              <a:spcAft>
                <a:spcPts val="0"/>
              </a:spcAft>
              <a:buNone/>
              <a:defRPr sz="1400">
                <a:solidFill>
                  <a:schemeClr val="accent1"/>
                </a:solidFill>
              </a:defRPr>
            </a:lvl8pPr>
            <a:lvl9pPr lvl="8" rtl="0" algn="ctr">
              <a:lnSpc>
                <a:spcPct val="100000"/>
              </a:lnSpc>
              <a:spcBef>
                <a:spcPts val="1600"/>
              </a:spcBef>
              <a:spcAft>
                <a:spcPts val="1600"/>
              </a:spcAft>
              <a:buNone/>
              <a:defRPr sz="1400">
                <a:solidFill>
                  <a:schemeClr val="accent1"/>
                </a:solidFill>
              </a:defRPr>
            </a:lvl9pPr>
          </a:lstStyle>
          <a:p/>
        </p:txBody>
      </p:sp>
      <p:sp>
        <p:nvSpPr>
          <p:cNvPr id="97" name="Google Shape;97;p17"/>
          <p:cNvSpPr txBox="1"/>
          <p:nvPr>
            <p:ph idx="7" type="subTitle"/>
          </p:nvPr>
        </p:nvSpPr>
        <p:spPr>
          <a:xfrm>
            <a:off x="3792575" y="2786350"/>
            <a:ext cx="1086900" cy="521700"/>
          </a:xfrm>
          <a:prstGeom prst="rect">
            <a:avLst/>
          </a:prstGeom>
        </p:spPr>
        <p:txBody>
          <a:bodyPr anchorCtr="0" anchor="t" bIns="91425" lIns="91425" spcFirstLastPara="1" rIns="91425" wrap="square" tIns="91425">
            <a:noAutofit/>
          </a:bodyPr>
          <a:lstStyle>
            <a:lvl1pPr lvl="0" rtl="0" algn="ctr">
              <a:spcBef>
                <a:spcPts val="0"/>
              </a:spcBef>
              <a:spcAft>
                <a:spcPts val="0"/>
              </a:spcAft>
              <a:buNone/>
              <a:defRPr b="1" sz="2000">
                <a:solidFill>
                  <a:schemeClr val="lt1"/>
                </a:solidFill>
                <a:latin typeface="Big Shoulders Display"/>
                <a:ea typeface="Big Shoulders Display"/>
                <a:cs typeface="Big Shoulders Display"/>
                <a:sym typeface="Big Shoulders Display"/>
              </a:defRPr>
            </a:lvl1pPr>
            <a:lvl2pPr lvl="1"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2pPr>
            <a:lvl3pPr lvl="2"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3pPr>
            <a:lvl4pPr lvl="3"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4pPr>
            <a:lvl5pPr lvl="4"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5pPr>
            <a:lvl6pPr lvl="5"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6pPr>
            <a:lvl7pPr lvl="6"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7pPr>
            <a:lvl8pPr lvl="7" rtl="0" algn="ctr">
              <a:spcBef>
                <a:spcPts val="1600"/>
              </a:spcBef>
              <a:spcAft>
                <a:spcPts val="0"/>
              </a:spcAft>
              <a:buNone/>
              <a:defRPr b="1" sz="2000">
                <a:solidFill>
                  <a:schemeClr val="lt1"/>
                </a:solidFill>
                <a:latin typeface="Big Shoulders Display"/>
                <a:ea typeface="Big Shoulders Display"/>
                <a:cs typeface="Big Shoulders Display"/>
                <a:sym typeface="Big Shoulders Display"/>
              </a:defRPr>
            </a:lvl8pPr>
            <a:lvl9pPr lvl="8" rtl="0" algn="ctr">
              <a:spcBef>
                <a:spcPts val="1600"/>
              </a:spcBef>
              <a:spcAft>
                <a:spcPts val="1600"/>
              </a:spcAft>
              <a:buNone/>
              <a:defRPr b="1" sz="2000">
                <a:solidFill>
                  <a:schemeClr val="lt1"/>
                </a:solidFill>
                <a:latin typeface="Big Shoulders Display"/>
                <a:ea typeface="Big Shoulders Display"/>
                <a:cs typeface="Big Shoulders Display"/>
                <a:sym typeface="Big Shoulders Display"/>
              </a:defRPr>
            </a:lvl9pPr>
          </a:lstStyle>
          <a:p/>
        </p:txBody>
      </p:sp>
      <p:sp>
        <p:nvSpPr>
          <p:cNvPr id="98" name="Google Shape;98;p17"/>
          <p:cNvSpPr txBox="1"/>
          <p:nvPr>
            <p:ph idx="8" type="subTitle"/>
          </p:nvPr>
        </p:nvSpPr>
        <p:spPr>
          <a:xfrm>
            <a:off x="3371237" y="3198150"/>
            <a:ext cx="1929600" cy="52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400">
                <a:solidFill>
                  <a:schemeClr val="accent1"/>
                </a:solidFill>
              </a:defRPr>
            </a:lvl1pPr>
            <a:lvl2pPr lvl="1" rtl="0" algn="ctr">
              <a:lnSpc>
                <a:spcPct val="100000"/>
              </a:lnSpc>
              <a:spcBef>
                <a:spcPts val="1600"/>
              </a:spcBef>
              <a:spcAft>
                <a:spcPts val="0"/>
              </a:spcAft>
              <a:buNone/>
              <a:defRPr sz="1400">
                <a:solidFill>
                  <a:schemeClr val="accent1"/>
                </a:solidFill>
              </a:defRPr>
            </a:lvl2pPr>
            <a:lvl3pPr lvl="2" rtl="0" algn="ctr">
              <a:lnSpc>
                <a:spcPct val="100000"/>
              </a:lnSpc>
              <a:spcBef>
                <a:spcPts val="1600"/>
              </a:spcBef>
              <a:spcAft>
                <a:spcPts val="0"/>
              </a:spcAft>
              <a:buNone/>
              <a:defRPr sz="1400">
                <a:solidFill>
                  <a:schemeClr val="accent1"/>
                </a:solidFill>
              </a:defRPr>
            </a:lvl3pPr>
            <a:lvl4pPr lvl="3" rtl="0" algn="ctr">
              <a:lnSpc>
                <a:spcPct val="100000"/>
              </a:lnSpc>
              <a:spcBef>
                <a:spcPts val="1600"/>
              </a:spcBef>
              <a:spcAft>
                <a:spcPts val="0"/>
              </a:spcAft>
              <a:buNone/>
              <a:defRPr sz="1400">
                <a:solidFill>
                  <a:schemeClr val="accent1"/>
                </a:solidFill>
              </a:defRPr>
            </a:lvl4pPr>
            <a:lvl5pPr lvl="4" rtl="0" algn="ctr">
              <a:lnSpc>
                <a:spcPct val="100000"/>
              </a:lnSpc>
              <a:spcBef>
                <a:spcPts val="1600"/>
              </a:spcBef>
              <a:spcAft>
                <a:spcPts val="0"/>
              </a:spcAft>
              <a:buNone/>
              <a:defRPr sz="1400">
                <a:solidFill>
                  <a:schemeClr val="accent1"/>
                </a:solidFill>
              </a:defRPr>
            </a:lvl5pPr>
            <a:lvl6pPr lvl="5" rtl="0" algn="ctr">
              <a:lnSpc>
                <a:spcPct val="100000"/>
              </a:lnSpc>
              <a:spcBef>
                <a:spcPts val="1600"/>
              </a:spcBef>
              <a:spcAft>
                <a:spcPts val="0"/>
              </a:spcAft>
              <a:buNone/>
              <a:defRPr sz="1400">
                <a:solidFill>
                  <a:schemeClr val="accent1"/>
                </a:solidFill>
              </a:defRPr>
            </a:lvl6pPr>
            <a:lvl7pPr lvl="6" rtl="0" algn="ctr">
              <a:lnSpc>
                <a:spcPct val="100000"/>
              </a:lnSpc>
              <a:spcBef>
                <a:spcPts val="1600"/>
              </a:spcBef>
              <a:spcAft>
                <a:spcPts val="0"/>
              </a:spcAft>
              <a:buNone/>
              <a:defRPr sz="1400">
                <a:solidFill>
                  <a:schemeClr val="accent1"/>
                </a:solidFill>
              </a:defRPr>
            </a:lvl7pPr>
            <a:lvl8pPr lvl="7" rtl="0" algn="ctr">
              <a:lnSpc>
                <a:spcPct val="100000"/>
              </a:lnSpc>
              <a:spcBef>
                <a:spcPts val="1600"/>
              </a:spcBef>
              <a:spcAft>
                <a:spcPts val="0"/>
              </a:spcAft>
              <a:buNone/>
              <a:defRPr sz="1400">
                <a:solidFill>
                  <a:schemeClr val="accent1"/>
                </a:solidFill>
              </a:defRPr>
            </a:lvl8pPr>
            <a:lvl9pPr lvl="8" rtl="0" algn="ctr">
              <a:lnSpc>
                <a:spcPct val="100000"/>
              </a:lnSpc>
              <a:spcBef>
                <a:spcPts val="1600"/>
              </a:spcBef>
              <a:spcAft>
                <a:spcPts val="1600"/>
              </a:spcAft>
              <a:buNone/>
              <a:defRPr sz="1400">
                <a:solidFill>
                  <a:schemeClr val="accen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3">
    <p:bg>
      <p:bgPr>
        <a:blipFill>
          <a:blip r:embed="rId2">
            <a:alphaModFix/>
          </a:blip>
          <a:stretch>
            <a:fillRect/>
          </a:stretch>
        </a:blipFill>
      </p:bgPr>
    </p:bg>
    <p:spTree>
      <p:nvGrpSpPr>
        <p:cNvPr id="99" name="Shape 99"/>
        <p:cNvGrpSpPr/>
        <p:nvPr/>
      </p:nvGrpSpPr>
      <p:grpSpPr>
        <a:xfrm>
          <a:off x="0" y="0"/>
          <a:ext cx="0" cy="0"/>
          <a:chOff x="0" y="0"/>
          <a:chExt cx="0" cy="0"/>
        </a:xfrm>
      </p:grpSpPr>
      <p:sp>
        <p:nvSpPr>
          <p:cNvPr id="100" name="Google Shape;100;p18"/>
          <p:cNvSpPr txBox="1"/>
          <p:nvPr>
            <p:ph type="title"/>
          </p:nvPr>
        </p:nvSpPr>
        <p:spPr>
          <a:xfrm>
            <a:off x="617927" y="384812"/>
            <a:ext cx="3907800" cy="572700"/>
          </a:xfrm>
          <a:prstGeom prst="rect">
            <a:avLst/>
          </a:prstGeom>
        </p:spPr>
        <p:txBody>
          <a:bodyPr anchorCtr="0" anchor="t" bIns="91425" lIns="91425" spcFirstLastPara="1" rIns="91425" wrap="square" tIns="91425">
            <a:noAutofit/>
          </a:bodyPr>
          <a:lstStyle>
            <a:lvl1pPr lvl="0">
              <a:spcBef>
                <a:spcPts val="0"/>
              </a:spcBef>
              <a:spcAft>
                <a:spcPts val="0"/>
              </a:spcAft>
              <a:buNone/>
              <a:defRPr sz="3000">
                <a:solidFill>
                  <a:schemeClr val="lt1"/>
                </a:solidFill>
              </a:defRPr>
            </a:lvl1pPr>
            <a:lvl2pPr lvl="1">
              <a:spcBef>
                <a:spcPts val="0"/>
              </a:spcBef>
              <a:spcAft>
                <a:spcPts val="0"/>
              </a:spcAft>
              <a:buNone/>
              <a:defRPr sz="3000">
                <a:solidFill>
                  <a:schemeClr val="lt1"/>
                </a:solidFill>
              </a:defRPr>
            </a:lvl2pPr>
            <a:lvl3pPr lvl="2">
              <a:spcBef>
                <a:spcPts val="0"/>
              </a:spcBef>
              <a:spcAft>
                <a:spcPts val="0"/>
              </a:spcAft>
              <a:buNone/>
              <a:defRPr sz="3000">
                <a:solidFill>
                  <a:schemeClr val="lt1"/>
                </a:solidFill>
              </a:defRPr>
            </a:lvl3pPr>
            <a:lvl4pPr lvl="3">
              <a:spcBef>
                <a:spcPts val="0"/>
              </a:spcBef>
              <a:spcAft>
                <a:spcPts val="0"/>
              </a:spcAft>
              <a:buNone/>
              <a:defRPr sz="3000">
                <a:solidFill>
                  <a:schemeClr val="lt1"/>
                </a:solidFill>
              </a:defRPr>
            </a:lvl4pPr>
            <a:lvl5pPr lvl="4">
              <a:spcBef>
                <a:spcPts val="0"/>
              </a:spcBef>
              <a:spcAft>
                <a:spcPts val="0"/>
              </a:spcAft>
              <a:buNone/>
              <a:defRPr sz="3000">
                <a:solidFill>
                  <a:schemeClr val="lt1"/>
                </a:solidFill>
              </a:defRPr>
            </a:lvl5pPr>
            <a:lvl6pPr lvl="5">
              <a:spcBef>
                <a:spcPts val="0"/>
              </a:spcBef>
              <a:spcAft>
                <a:spcPts val="0"/>
              </a:spcAft>
              <a:buNone/>
              <a:defRPr sz="3000">
                <a:solidFill>
                  <a:schemeClr val="lt1"/>
                </a:solidFill>
              </a:defRPr>
            </a:lvl6pPr>
            <a:lvl7pPr lvl="6">
              <a:spcBef>
                <a:spcPts val="0"/>
              </a:spcBef>
              <a:spcAft>
                <a:spcPts val="0"/>
              </a:spcAft>
              <a:buNone/>
              <a:defRPr sz="3000">
                <a:solidFill>
                  <a:schemeClr val="lt1"/>
                </a:solidFill>
              </a:defRPr>
            </a:lvl7pPr>
            <a:lvl8pPr lvl="7">
              <a:spcBef>
                <a:spcPts val="0"/>
              </a:spcBef>
              <a:spcAft>
                <a:spcPts val="0"/>
              </a:spcAft>
              <a:buNone/>
              <a:defRPr sz="3000">
                <a:solidFill>
                  <a:schemeClr val="lt1"/>
                </a:solidFill>
              </a:defRPr>
            </a:lvl8pPr>
            <a:lvl9pPr lvl="8">
              <a:spcBef>
                <a:spcPts val="0"/>
              </a:spcBef>
              <a:spcAft>
                <a:spcPts val="0"/>
              </a:spcAft>
              <a:buNone/>
              <a:defRPr sz="3000">
                <a:solidFill>
                  <a:schemeClr val="lt1"/>
                </a:solidFill>
              </a:defRPr>
            </a:lvl9pPr>
          </a:lstStyle>
          <a:p/>
        </p:txBody>
      </p:sp>
      <p:sp>
        <p:nvSpPr>
          <p:cNvPr id="101" name="Google Shape;101;p18"/>
          <p:cNvSpPr txBox="1"/>
          <p:nvPr>
            <p:ph idx="2" type="ctrTitle"/>
          </p:nvPr>
        </p:nvSpPr>
        <p:spPr>
          <a:xfrm>
            <a:off x="3459778" y="1290268"/>
            <a:ext cx="2136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2" name="Google Shape;102;p18"/>
          <p:cNvSpPr txBox="1"/>
          <p:nvPr>
            <p:ph idx="1" type="subTitle"/>
          </p:nvPr>
        </p:nvSpPr>
        <p:spPr>
          <a:xfrm>
            <a:off x="3556078" y="1680110"/>
            <a:ext cx="19434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3" name="Google Shape;103;p18"/>
          <p:cNvSpPr txBox="1"/>
          <p:nvPr>
            <p:ph idx="3" type="ctrTitle"/>
          </p:nvPr>
        </p:nvSpPr>
        <p:spPr>
          <a:xfrm>
            <a:off x="6064910" y="3157278"/>
            <a:ext cx="2136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4" name="Google Shape;104;p18"/>
          <p:cNvSpPr txBox="1"/>
          <p:nvPr>
            <p:ph idx="4" type="subTitle"/>
          </p:nvPr>
        </p:nvSpPr>
        <p:spPr>
          <a:xfrm>
            <a:off x="6064910" y="3540324"/>
            <a:ext cx="21360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 name="Google Shape;105;p18"/>
          <p:cNvSpPr txBox="1"/>
          <p:nvPr>
            <p:ph idx="5" type="ctrTitle"/>
          </p:nvPr>
        </p:nvSpPr>
        <p:spPr>
          <a:xfrm>
            <a:off x="991638" y="3157273"/>
            <a:ext cx="2136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6" name="Google Shape;106;p18"/>
          <p:cNvSpPr txBox="1"/>
          <p:nvPr>
            <p:ph idx="6" type="subTitle"/>
          </p:nvPr>
        </p:nvSpPr>
        <p:spPr>
          <a:xfrm>
            <a:off x="1182888" y="3546316"/>
            <a:ext cx="17535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7" name="Google Shape;107;p18"/>
          <p:cNvSpPr txBox="1"/>
          <p:nvPr>
            <p:ph idx="7" type="ctrTitle"/>
          </p:nvPr>
        </p:nvSpPr>
        <p:spPr>
          <a:xfrm>
            <a:off x="3459778" y="3157273"/>
            <a:ext cx="2136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08" name="Google Shape;108;p18"/>
          <p:cNvSpPr txBox="1"/>
          <p:nvPr>
            <p:ph idx="8" type="subTitle"/>
          </p:nvPr>
        </p:nvSpPr>
        <p:spPr>
          <a:xfrm>
            <a:off x="3518728" y="3546316"/>
            <a:ext cx="20181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9" name="Google Shape;109;p18"/>
          <p:cNvSpPr txBox="1"/>
          <p:nvPr>
            <p:ph idx="9" type="ctrTitle"/>
          </p:nvPr>
        </p:nvSpPr>
        <p:spPr>
          <a:xfrm>
            <a:off x="959238" y="1290268"/>
            <a:ext cx="22008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10" name="Google Shape;110;p18"/>
          <p:cNvSpPr txBox="1"/>
          <p:nvPr>
            <p:ph idx="13" type="subTitle"/>
          </p:nvPr>
        </p:nvSpPr>
        <p:spPr>
          <a:xfrm>
            <a:off x="1087938" y="1680110"/>
            <a:ext cx="19434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 name="Google Shape;111;p18"/>
          <p:cNvSpPr txBox="1"/>
          <p:nvPr>
            <p:ph idx="14" type="ctrTitle"/>
          </p:nvPr>
        </p:nvSpPr>
        <p:spPr>
          <a:xfrm>
            <a:off x="6064913" y="1290278"/>
            <a:ext cx="2136000" cy="5778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1600"/>
              <a:buNone/>
              <a:defRPr sz="2000">
                <a:solidFill>
                  <a:schemeClr val="lt1"/>
                </a:solidFill>
              </a:defRPr>
            </a:lvl1pPr>
            <a:lvl2pPr lvl="1" rtl="0" algn="ctr">
              <a:spcBef>
                <a:spcPts val="0"/>
              </a:spcBef>
              <a:spcAft>
                <a:spcPts val="0"/>
              </a:spcAft>
              <a:buSzPts val="1600"/>
              <a:buNone/>
              <a:defRPr sz="1600"/>
            </a:lvl2pPr>
            <a:lvl3pPr lvl="2" rtl="0" algn="ctr">
              <a:spcBef>
                <a:spcPts val="0"/>
              </a:spcBef>
              <a:spcAft>
                <a:spcPts val="0"/>
              </a:spcAft>
              <a:buSzPts val="1600"/>
              <a:buNone/>
              <a:defRPr sz="1600"/>
            </a:lvl3pPr>
            <a:lvl4pPr lvl="3" rtl="0" algn="ctr">
              <a:spcBef>
                <a:spcPts val="0"/>
              </a:spcBef>
              <a:spcAft>
                <a:spcPts val="0"/>
              </a:spcAft>
              <a:buSzPts val="1600"/>
              <a:buNone/>
              <a:defRPr sz="1600"/>
            </a:lvl4pPr>
            <a:lvl5pPr lvl="4" rtl="0" algn="ctr">
              <a:spcBef>
                <a:spcPts val="0"/>
              </a:spcBef>
              <a:spcAft>
                <a:spcPts val="0"/>
              </a:spcAft>
              <a:buSzPts val="1600"/>
              <a:buNone/>
              <a:defRPr sz="1600"/>
            </a:lvl5pPr>
            <a:lvl6pPr lvl="5" rtl="0" algn="ctr">
              <a:spcBef>
                <a:spcPts val="0"/>
              </a:spcBef>
              <a:spcAft>
                <a:spcPts val="0"/>
              </a:spcAft>
              <a:buSzPts val="1600"/>
              <a:buNone/>
              <a:defRPr sz="1600"/>
            </a:lvl6pPr>
            <a:lvl7pPr lvl="6" rtl="0" algn="ctr">
              <a:spcBef>
                <a:spcPts val="0"/>
              </a:spcBef>
              <a:spcAft>
                <a:spcPts val="0"/>
              </a:spcAft>
              <a:buSzPts val="1600"/>
              <a:buNone/>
              <a:defRPr sz="1600"/>
            </a:lvl7pPr>
            <a:lvl8pPr lvl="7" rtl="0" algn="ctr">
              <a:spcBef>
                <a:spcPts val="0"/>
              </a:spcBef>
              <a:spcAft>
                <a:spcPts val="0"/>
              </a:spcAft>
              <a:buSzPts val="1600"/>
              <a:buNone/>
              <a:defRPr sz="1600"/>
            </a:lvl8pPr>
            <a:lvl9pPr lvl="8" rtl="0" algn="ctr">
              <a:spcBef>
                <a:spcPts val="0"/>
              </a:spcBef>
              <a:spcAft>
                <a:spcPts val="0"/>
              </a:spcAft>
              <a:buSzPts val="1600"/>
              <a:buNone/>
              <a:defRPr sz="1600"/>
            </a:lvl9pPr>
          </a:lstStyle>
          <a:p/>
        </p:txBody>
      </p:sp>
      <p:sp>
        <p:nvSpPr>
          <p:cNvPr id="112" name="Google Shape;112;p18"/>
          <p:cNvSpPr txBox="1"/>
          <p:nvPr>
            <p:ph idx="15" type="subTitle"/>
          </p:nvPr>
        </p:nvSpPr>
        <p:spPr>
          <a:xfrm>
            <a:off x="6223763" y="1680110"/>
            <a:ext cx="1818300" cy="613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accent1"/>
                </a:solidFill>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4">
    <p:bg>
      <p:bgPr>
        <a:blipFill>
          <a:blip r:embed="rId2">
            <a:alphaModFix/>
          </a:blip>
          <a:stretch>
            <a:fillRect/>
          </a:stretch>
        </a:blipFill>
      </p:bgPr>
    </p:bg>
    <p:spTree>
      <p:nvGrpSpPr>
        <p:cNvPr id="113" name="Shape 113"/>
        <p:cNvGrpSpPr/>
        <p:nvPr/>
      </p:nvGrpSpPr>
      <p:grpSpPr>
        <a:xfrm>
          <a:off x="0" y="0"/>
          <a:ext cx="0" cy="0"/>
          <a:chOff x="0" y="0"/>
          <a:chExt cx="0" cy="0"/>
        </a:xfrm>
      </p:grpSpPr>
      <p:sp>
        <p:nvSpPr>
          <p:cNvPr id="114" name="Google Shape;114;p19"/>
          <p:cNvSpPr txBox="1"/>
          <p:nvPr>
            <p:ph type="ctrTitle"/>
          </p:nvPr>
        </p:nvSpPr>
        <p:spPr>
          <a:xfrm>
            <a:off x="5150576" y="347401"/>
            <a:ext cx="2736600" cy="1245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800"/>
              <a:buNone/>
              <a:defRPr sz="7200">
                <a:solidFill>
                  <a:schemeClr val="lt1"/>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p:txBody>
      </p:sp>
      <p:sp>
        <p:nvSpPr>
          <p:cNvPr id="115" name="Google Shape;115;p19"/>
          <p:cNvSpPr txBox="1"/>
          <p:nvPr>
            <p:ph idx="1" type="subTitle"/>
          </p:nvPr>
        </p:nvSpPr>
        <p:spPr>
          <a:xfrm flipH="1">
            <a:off x="5034176" y="1650000"/>
            <a:ext cx="2969400" cy="34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16" name="Google Shape;116;p19"/>
          <p:cNvSpPr txBox="1"/>
          <p:nvPr/>
        </p:nvSpPr>
        <p:spPr>
          <a:xfrm>
            <a:off x="4954526" y="3238425"/>
            <a:ext cx="3128700" cy="9315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300"/>
              </a:spcBef>
              <a:spcAft>
                <a:spcPts val="0"/>
              </a:spcAft>
              <a:buNone/>
            </a:pPr>
            <a:r>
              <a:rPr lang="en" sz="1000">
                <a:solidFill>
                  <a:schemeClr val="dk1"/>
                </a:solidFill>
                <a:latin typeface="Nunito Sans Light"/>
                <a:ea typeface="Nunito Sans Light"/>
                <a:cs typeface="Nunito Sans Light"/>
                <a:sym typeface="Nunito Sans Light"/>
              </a:rPr>
              <a:t>CREDITS: This presentation template was created by </a:t>
            </a:r>
            <a:r>
              <a:rPr lang="en" sz="1000">
                <a:solidFill>
                  <a:schemeClr val="dk1"/>
                </a:solidFill>
                <a:uFill>
                  <a:noFill/>
                </a:uFill>
                <a:latin typeface="Nunito Sans"/>
                <a:ea typeface="Nunito Sans"/>
                <a:cs typeface="Nunito Sans"/>
                <a:sym typeface="Nunito Sans"/>
                <a:hlinkClick r:id="rId3">
                  <a:extLst>
                    <a:ext uri="{A12FA001-AC4F-418D-AE19-62706E023703}">
                      <ahyp:hlinkClr val="tx"/>
                    </a:ext>
                  </a:extLst>
                </a:hlinkClick>
              </a:rPr>
              <a:t>Slidesgo</a:t>
            </a:r>
            <a:r>
              <a:rPr lang="en" sz="1000">
                <a:solidFill>
                  <a:schemeClr val="dk1"/>
                </a:solidFill>
                <a:latin typeface="Nunito Sans Light"/>
                <a:ea typeface="Nunito Sans Light"/>
                <a:cs typeface="Nunito Sans Light"/>
                <a:sym typeface="Nunito Sans Light"/>
              </a:rPr>
              <a:t>, including icons by </a:t>
            </a:r>
            <a:r>
              <a:rPr lang="en" sz="1000">
                <a:solidFill>
                  <a:schemeClr val="dk1"/>
                </a:solidFill>
                <a:uFill>
                  <a:noFill/>
                </a:uFill>
                <a:latin typeface="Nunito Sans"/>
                <a:ea typeface="Nunito Sans"/>
                <a:cs typeface="Nunito Sans"/>
                <a:sym typeface="Nunito Sans"/>
                <a:hlinkClick r:id="rId4">
                  <a:extLst>
                    <a:ext uri="{A12FA001-AC4F-418D-AE19-62706E023703}">
                      <ahyp:hlinkClr val="tx"/>
                    </a:ext>
                  </a:extLst>
                </a:hlinkClick>
              </a:rPr>
              <a:t>Flaticon</a:t>
            </a:r>
            <a:r>
              <a:rPr lang="en" sz="1000">
                <a:solidFill>
                  <a:schemeClr val="dk1"/>
                </a:solidFill>
                <a:latin typeface="Nunito Sans Light"/>
                <a:ea typeface="Nunito Sans Light"/>
                <a:cs typeface="Nunito Sans Light"/>
                <a:sym typeface="Nunito Sans Light"/>
              </a:rPr>
              <a:t>, and infographics &amp; images by </a:t>
            </a:r>
            <a:r>
              <a:rPr lang="en" sz="1000">
                <a:solidFill>
                  <a:schemeClr val="dk1"/>
                </a:solidFill>
                <a:uFill>
                  <a:noFill/>
                </a:uFill>
                <a:latin typeface="Nunito Sans"/>
                <a:ea typeface="Nunito Sans"/>
                <a:cs typeface="Nunito Sans"/>
                <a:sym typeface="Nunito Sans"/>
                <a:hlinkClick r:id="rId5">
                  <a:extLst>
                    <a:ext uri="{A12FA001-AC4F-418D-AE19-62706E023703}">
                      <ahyp:hlinkClr val="tx"/>
                    </a:ext>
                  </a:extLst>
                </a:hlinkClick>
              </a:rPr>
              <a:t>Freepik</a:t>
            </a:r>
            <a:endParaRPr sz="1000">
              <a:solidFill>
                <a:schemeClr val="dk1"/>
              </a:solidFill>
              <a:latin typeface="Nunito Sans Light"/>
              <a:ea typeface="Nunito Sans Light"/>
              <a:cs typeface="Nunito Sans Light"/>
              <a:sym typeface="Nunito Sans Ligh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picture">
  <p:cSld name="MAIN_POINT_1">
    <p:spTree>
      <p:nvGrpSpPr>
        <p:cNvPr id="117" name="Shape 117"/>
        <p:cNvGrpSpPr/>
        <p:nvPr/>
      </p:nvGrpSpPr>
      <p:grpSpPr>
        <a:xfrm>
          <a:off x="0" y="0"/>
          <a:ext cx="0" cy="0"/>
          <a:chOff x="0" y="0"/>
          <a:chExt cx="0" cy="0"/>
        </a:xfrm>
      </p:grpSpPr>
      <p:sp>
        <p:nvSpPr>
          <p:cNvPr id="118" name="Google Shape;118;p20"/>
          <p:cNvSpPr txBox="1"/>
          <p:nvPr>
            <p:ph type="title"/>
          </p:nvPr>
        </p:nvSpPr>
        <p:spPr>
          <a:xfrm>
            <a:off x="4919600" y="3167175"/>
            <a:ext cx="3473100" cy="1707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4"/>
              </a:buClr>
              <a:buSzPts val="2400"/>
              <a:buNone/>
              <a:defRPr sz="3000">
                <a:solidFill>
                  <a:schemeClr val="accent4"/>
                </a:solidFill>
              </a:defRPr>
            </a:lvl1pPr>
            <a:lvl2pPr lvl="1" rtl="0">
              <a:spcBef>
                <a:spcPts val="0"/>
              </a:spcBef>
              <a:spcAft>
                <a:spcPts val="0"/>
              </a:spcAft>
              <a:buClr>
                <a:schemeClr val="accent4"/>
              </a:buClr>
              <a:buSzPts val="2400"/>
              <a:buNone/>
              <a:defRPr sz="2400">
                <a:solidFill>
                  <a:schemeClr val="accent4"/>
                </a:solidFill>
              </a:defRPr>
            </a:lvl2pPr>
            <a:lvl3pPr lvl="2" rtl="0">
              <a:spcBef>
                <a:spcPts val="0"/>
              </a:spcBef>
              <a:spcAft>
                <a:spcPts val="0"/>
              </a:spcAft>
              <a:buClr>
                <a:schemeClr val="accent4"/>
              </a:buClr>
              <a:buSzPts val="2400"/>
              <a:buNone/>
              <a:defRPr sz="2400">
                <a:solidFill>
                  <a:schemeClr val="accent4"/>
                </a:solidFill>
              </a:defRPr>
            </a:lvl3pPr>
            <a:lvl4pPr lvl="3" rtl="0">
              <a:spcBef>
                <a:spcPts val="0"/>
              </a:spcBef>
              <a:spcAft>
                <a:spcPts val="0"/>
              </a:spcAft>
              <a:buClr>
                <a:schemeClr val="accent4"/>
              </a:buClr>
              <a:buSzPts val="2400"/>
              <a:buNone/>
              <a:defRPr sz="2400">
                <a:solidFill>
                  <a:schemeClr val="accent4"/>
                </a:solidFill>
              </a:defRPr>
            </a:lvl4pPr>
            <a:lvl5pPr lvl="4" rtl="0">
              <a:spcBef>
                <a:spcPts val="0"/>
              </a:spcBef>
              <a:spcAft>
                <a:spcPts val="0"/>
              </a:spcAft>
              <a:buClr>
                <a:schemeClr val="accent4"/>
              </a:buClr>
              <a:buSzPts val="2400"/>
              <a:buNone/>
              <a:defRPr sz="2400">
                <a:solidFill>
                  <a:schemeClr val="accent4"/>
                </a:solidFill>
              </a:defRPr>
            </a:lvl5pPr>
            <a:lvl6pPr lvl="5" rtl="0">
              <a:spcBef>
                <a:spcPts val="0"/>
              </a:spcBef>
              <a:spcAft>
                <a:spcPts val="0"/>
              </a:spcAft>
              <a:buClr>
                <a:schemeClr val="accent4"/>
              </a:buClr>
              <a:buSzPts val="2400"/>
              <a:buNone/>
              <a:defRPr sz="2400">
                <a:solidFill>
                  <a:schemeClr val="accent4"/>
                </a:solidFill>
              </a:defRPr>
            </a:lvl6pPr>
            <a:lvl7pPr lvl="6" rtl="0">
              <a:spcBef>
                <a:spcPts val="0"/>
              </a:spcBef>
              <a:spcAft>
                <a:spcPts val="0"/>
              </a:spcAft>
              <a:buClr>
                <a:schemeClr val="accent4"/>
              </a:buClr>
              <a:buSzPts val="2400"/>
              <a:buNone/>
              <a:defRPr sz="2400">
                <a:solidFill>
                  <a:schemeClr val="accent4"/>
                </a:solidFill>
              </a:defRPr>
            </a:lvl7pPr>
            <a:lvl8pPr lvl="7" rtl="0">
              <a:spcBef>
                <a:spcPts val="0"/>
              </a:spcBef>
              <a:spcAft>
                <a:spcPts val="0"/>
              </a:spcAft>
              <a:buClr>
                <a:schemeClr val="accent4"/>
              </a:buClr>
              <a:buSzPts val="2400"/>
              <a:buNone/>
              <a:defRPr sz="2400">
                <a:solidFill>
                  <a:schemeClr val="accent4"/>
                </a:solidFill>
              </a:defRPr>
            </a:lvl8pPr>
            <a:lvl9pPr lvl="8" rtl="0">
              <a:spcBef>
                <a:spcPts val="0"/>
              </a:spcBef>
              <a:spcAft>
                <a:spcPts val="0"/>
              </a:spcAft>
              <a:buClr>
                <a:schemeClr val="accent4"/>
              </a:buClr>
              <a:buSzPts val="2400"/>
              <a:buNone/>
              <a:defRPr sz="2400">
                <a:solidFill>
                  <a:schemeClr val="accent4"/>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ong list">
  <p:cSld name="CUSTOM_5">
    <p:bg>
      <p:bgPr>
        <a:blipFill>
          <a:blip r:embed="rId2">
            <a:alphaModFix/>
          </a:blip>
          <a:stretch>
            <a:fillRect/>
          </a:stretch>
        </a:blipFill>
      </p:bgPr>
    </p:bg>
    <p:spTree>
      <p:nvGrpSpPr>
        <p:cNvPr id="119" name="Shape 119"/>
        <p:cNvGrpSpPr/>
        <p:nvPr/>
      </p:nvGrpSpPr>
      <p:grpSpPr>
        <a:xfrm>
          <a:off x="0" y="0"/>
          <a:ext cx="0" cy="0"/>
          <a:chOff x="0" y="0"/>
          <a:chExt cx="0" cy="0"/>
        </a:xfrm>
      </p:grpSpPr>
      <p:sp>
        <p:nvSpPr>
          <p:cNvPr id="120" name="Google Shape;120;p21"/>
          <p:cNvSpPr txBox="1"/>
          <p:nvPr>
            <p:ph type="title"/>
          </p:nvPr>
        </p:nvSpPr>
        <p:spPr>
          <a:xfrm>
            <a:off x="607626" y="395717"/>
            <a:ext cx="4355100" cy="572700"/>
          </a:xfrm>
          <a:prstGeom prst="rect">
            <a:avLst/>
          </a:prstGeom>
        </p:spPr>
        <p:txBody>
          <a:bodyPr anchorCtr="0" anchor="t" bIns="91425" lIns="91425" spcFirstLastPara="1" rIns="91425" wrap="square" tIns="91425">
            <a:noAutofit/>
          </a:bodyPr>
          <a:lstStyle>
            <a:lvl1pPr lvl="0">
              <a:spcBef>
                <a:spcPts val="0"/>
              </a:spcBef>
              <a:spcAft>
                <a:spcPts val="0"/>
              </a:spcAft>
              <a:buNone/>
              <a:defRPr>
                <a:solidFill>
                  <a:schemeClr val="lt1"/>
                </a:solidFill>
              </a:defRPr>
            </a:lvl1pPr>
            <a:lvl2pPr lvl="1">
              <a:spcBef>
                <a:spcPts val="0"/>
              </a:spcBef>
              <a:spcAft>
                <a:spcPts val="0"/>
              </a:spcAft>
              <a:buNone/>
              <a:defRPr>
                <a:solidFill>
                  <a:schemeClr val="lt1"/>
                </a:solidFill>
              </a:defRPr>
            </a:lvl2pPr>
            <a:lvl3pPr lvl="2">
              <a:spcBef>
                <a:spcPts val="0"/>
              </a:spcBef>
              <a:spcAft>
                <a:spcPts val="0"/>
              </a:spcAft>
              <a:buNone/>
              <a:defRPr>
                <a:solidFill>
                  <a:schemeClr val="lt1"/>
                </a:solidFill>
              </a:defRPr>
            </a:lvl3pPr>
            <a:lvl4pPr lvl="3">
              <a:spcBef>
                <a:spcPts val="0"/>
              </a:spcBef>
              <a:spcAft>
                <a:spcPts val="0"/>
              </a:spcAft>
              <a:buNone/>
              <a:defRPr>
                <a:solidFill>
                  <a:schemeClr val="lt1"/>
                </a:solidFill>
              </a:defRPr>
            </a:lvl4pPr>
            <a:lvl5pPr lvl="4">
              <a:spcBef>
                <a:spcPts val="0"/>
              </a:spcBef>
              <a:spcAft>
                <a:spcPts val="0"/>
              </a:spcAft>
              <a:buNone/>
              <a:defRPr>
                <a:solidFill>
                  <a:schemeClr val="lt1"/>
                </a:solidFill>
              </a:defRPr>
            </a:lvl5pPr>
            <a:lvl6pPr lvl="5">
              <a:spcBef>
                <a:spcPts val="0"/>
              </a:spcBef>
              <a:spcAft>
                <a:spcPts val="0"/>
              </a:spcAft>
              <a:buNone/>
              <a:defRPr>
                <a:solidFill>
                  <a:schemeClr val="lt1"/>
                </a:solidFill>
              </a:defRPr>
            </a:lvl6pPr>
            <a:lvl7pPr lvl="6">
              <a:spcBef>
                <a:spcPts val="0"/>
              </a:spcBef>
              <a:spcAft>
                <a:spcPts val="0"/>
              </a:spcAft>
              <a:buNone/>
              <a:defRPr>
                <a:solidFill>
                  <a:schemeClr val="lt1"/>
                </a:solidFill>
              </a:defRPr>
            </a:lvl7pPr>
            <a:lvl8pPr lvl="7">
              <a:spcBef>
                <a:spcPts val="0"/>
              </a:spcBef>
              <a:spcAft>
                <a:spcPts val="0"/>
              </a:spcAft>
              <a:buNone/>
              <a:defRPr>
                <a:solidFill>
                  <a:schemeClr val="lt1"/>
                </a:solidFill>
              </a:defRPr>
            </a:lvl8pPr>
            <a:lvl9pPr lvl="8">
              <a:spcBef>
                <a:spcPts val="0"/>
              </a:spcBef>
              <a:spcAft>
                <a:spcPts val="0"/>
              </a:spcAft>
              <a:buNone/>
              <a:defRPr>
                <a:solidFill>
                  <a:schemeClr val="lt1"/>
                </a:solidFill>
              </a:defRPr>
            </a:lvl9pPr>
          </a:lstStyle>
          <a:p/>
        </p:txBody>
      </p:sp>
      <p:sp>
        <p:nvSpPr>
          <p:cNvPr id="121" name="Google Shape;121;p21"/>
          <p:cNvSpPr txBox="1"/>
          <p:nvPr>
            <p:ph idx="1" type="body"/>
          </p:nvPr>
        </p:nvSpPr>
        <p:spPr>
          <a:xfrm>
            <a:off x="635976" y="1043725"/>
            <a:ext cx="7788000" cy="36951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chemeClr val="accent2"/>
              </a:buClr>
              <a:buSzPts val="1200"/>
              <a:buFont typeface="Nunito Sans SemiBold"/>
              <a:buAutoNum type="arabicPeriod"/>
              <a:defRPr sz="1200"/>
            </a:lvl1pPr>
            <a:lvl2pPr indent="-304800" lvl="1" marL="914400" rtl="0">
              <a:spcBef>
                <a:spcPts val="1600"/>
              </a:spcBef>
              <a:spcAft>
                <a:spcPts val="0"/>
              </a:spcAft>
              <a:buSzPts val="1200"/>
              <a:buFont typeface="Roboto Condensed Light"/>
              <a:buAutoNum type="alphaLcPeriod"/>
              <a:defRPr/>
            </a:lvl2pPr>
            <a:lvl3pPr indent="-304800" lvl="2" marL="1371600" rtl="0">
              <a:spcBef>
                <a:spcPts val="1600"/>
              </a:spcBef>
              <a:spcAft>
                <a:spcPts val="0"/>
              </a:spcAft>
              <a:buSzPts val="1200"/>
              <a:buFont typeface="Roboto Condensed Light"/>
              <a:buAutoNum type="romanLcPeriod"/>
              <a:defRPr/>
            </a:lvl3pPr>
            <a:lvl4pPr indent="-304800" lvl="3" marL="1828800" rtl="0">
              <a:spcBef>
                <a:spcPts val="1600"/>
              </a:spcBef>
              <a:spcAft>
                <a:spcPts val="0"/>
              </a:spcAft>
              <a:buSzPts val="1200"/>
              <a:buFont typeface="Roboto Condensed Light"/>
              <a:buAutoNum type="arabicPeriod"/>
              <a:defRPr/>
            </a:lvl4pPr>
            <a:lvl5pPr indent="-304800" lvl="4" marL="2286000" rtl="0">
              <a:spcBef>
                <a:spcPts val="1600"/>
              </a:spcBef>
              <a:spcAft>
                <a:spcPts val="0"/>
              </a:spcAft>
              <a:buSzPts val="1200"/>
              <a:buFont typeface="Roboto Condensed Light"/>
              <a:buAutoNum type="alphaLcPeriod"/>
              <a:defRPr/>
            </a:lvl5pPr>
            <a:lvl6pPr indent="-304800" lvl="5" marL="2743200" rtl="0">
              <a:spcBef>
                <a:spcPts val="1600"/>
              </a:spcBef>
              <a:spcAft>
                <a:spcPts val="0"/>
              </a:spcAft>
              <a:buSzPts val="1200"/>
              <a:buFont typeface="Roboto Condensed Light"/>
              <a:buAutoNum type="romanLcPeriod"/>
              <a:defRPr/>
            </a:lvl6pPr>
            <a:lvl7pPr indent="-304800" lvl="6" marL="3200400" rtl="0">
              <a:spcBef>
                <a:spcPts val="1600"/>
              </a:spcBef>
              <a:spcAft>
                <a:spcPts val="0"/>
              </a:spcAft>
              <a:buSzPts val="1200"/>
              <a:buFont typeface="Roboto Condensed Light"/>
              <a:buAutoNum type="arabicPeriod"/>
              <a:defRPr/>
            </a:lvl7pPr>
            <a:lvl8pPr indent="-304800" lvl="7" marL="3657600" rtl="0">
              <a:spcBef>
                <a:spcPts val="1600"/>
              </a:spcBef>
              <a:spcAft>
                <a:spcPts val="0"/>
              </a:spcAft>
              <a:buSzPts val="1200"/>
              <a:buFont typeface="Roboto Condensed Light"/>
              <a:buAutoNum type="alphaLcPeriod"/>
              <a:defRPr/>
            </a:lvl8pPr>
            <a:lvl9pPr indent="-304800" lvl="8" marL="4114800" rtl="0">
              <a:spcBef>
                <a:spcPts val="1600"/>
              </a:spcBef>
              <a:spcAft>
                <a:spcPts val="1600"/>
              </a:spcAft>
              <a:buSzPts val="1200"/>
              <a:buFont typeface="Roboto Condensed Light"/>
              <a:buAutoNum type="romanLcPeriod"/>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sources">
  <p:cSld name="CUSTOM_5_1">
    <p:bg>
      <p:bgPr>
        <a:blipFill>
          <a:blip r:embed="rId2">
            <a:alphaModFix/>
          </a:blip>
          <a:stretch>
            <a:fillRect/>
          </a:stretch>
        </a:blipFill>
      </p:bgPr>
    </p:bg>
    <p:spTree>
      <p:nvGrpSpPr>
        <p:cNvPr id="122" name="Shape 122"/>
        <p:cNvGrpSpPr/>
        <p:nvPr/>
      </p:nvGrpSpPr>
      <p:grpSpPr>
        <a:xfrm>
          <a:off x="0" y="0"/>
          <a:ext cx="0" cy="0"/>
          <a:chOff x="0" y="0"/>
          <a:chExt cx="0" cy="0"/>
        </a:xfrm>
      </p:grpSpPr>
      <p:sp>
        <p:nvSpPr>
          <p:cNvPr id="123" name="Google Shape;123;p22"/>
          <p:cNvSpPr txBox="1"/>
          <p:nvPr>
            <p:ph type="title"/>
          </p:nvPr>
        </p:nvSpPr>
        <p:spPr>
          <a:xfrm>
            <a:off x="622279" y="392748"/>
            <a:ext cx="4355100" cy="572700"/>
          </a:xfrm>
          <a:prstGeom prst="rect">
            <a:avLst/>
          </a:prstGeom>
        </p:spPr>
        <p:txBody>
          <a:bodyPr anchorCtr="0" anchor="t" bIns="91425" lIns="91425" spcFirstLastPara="1" rIns="91425" wrap="square" tIns="91425">
            <a:noAutofit/>
          </a:bodyPr>
          <a:lstStyle>
            <a:lvl1pPr lvl="0" rtl="0">
              <a:spcBef>
                <a:spcPts val="0"/>
              </a:spcBef>
              <a:spcAft>
                <a:spcPts val="0"/>
              </a:spcAft>
              <a:buNone/>
              <a:defRPr sz="3000">
                <a:solidFill>
                  <a:schemeClr val="lt1"/>
                </a:solidFill>
              </a:defRPr>
            </a:lvl1pPr>
            <a:lvl2pPr lvl="1" rtl="0">
              <a:spcBef>
                <a:spcPts val="0"/>
              </a:spcBef>
              <a:spcAft>
                <a:spcPts val="0"/>
              </a:spcAft>
              <a:buNone/>
              <a:defRPr sz="3000">
                <a:solidFill>
                  <a:schemeClr val="lt1"/>
                </a:solidFill>
              </a:defRPr>
            </a:lvl2pPr>
            <a:lvl3pPr lvl="2" rtl="0">
              <a:spcBef>
                <a:spcPts val="0"/>
              </a:spcBef>
              <a:spcAft>
                <a:spcPts val="0"/>
              </a:spcAft>
              <a:buNone/>
              <a:defRPr sz="3000">
                <a:solidFill>
                  <a:schemeClr val="lt1"/>
                </a:solidFill>
              </a:defRPr>
            </a:lvl3pPr>
            <a:lvl4pPr lvl="3" rtl="0">
              <a:spcBef>
                <a:spcPts val="0"/>
              </a:spcBef>
              <a:spcAft>
                <a:spcPts val="0"/>
              </a:spcAft>
              <a:buNone/>
              <a:defRPr sz="3000">
                <a:solidFill>
                  <a:schemeClr val="lt1"/>
                </a:solidFill>
              </a:defRPr>
            </a:lvl4pPr>
            <a:lvl5pPr lvl="4" rtl="0">
              <a:spcBef>
                <a:spcPts val="0"/>
              </a:spcBef>
              <a:spcAft>
                <a:spcPts val="0"/>
              </a:spcAft>
              <a:buNone/>
              <a:defRPr sz="3000">
                <a:solidFill>
                  <a:schemeClr val="lt1"/>
                </a:solidFill>
              </a:defRPr>
            </a:lvl5pPr>
            <a:lvl6pPr lvl="5" rtl="0">
              <a:spcBef>
                <a:spcPts val="0"/>
              </a:spcBef>
              <a:spcAft>
                <a:spcPts val="0"/>
              </a:spcAft>
              <a:buNone/>
              <a:defRPr sz="3000">
                <a:solidFill>
                  <a:schemeClr val="lt1"/>
                </a:solidFill>
              </a:defRPr>
            </a:lvl6pPr>
            <a:lvl7pPr lvl="6" rtl="0">
              <a:spcBef>
                <a:spcPts val="0"/>
              </a:spcBef>
              <a:spcAft>
                <a:spcPts val="0"/>
              </a:spcAft>
              <a:buNone/>
              <a:defRPr sz="3000">
                <a:solidFill>
                  <a:schemeClr val="lt1"/>
                </a:solidFill>
              </a:defRPr>
            </a:lvl7pPr>
            <a:lvl8pPr lvl="7" rtl="0">
              <a:spcBef>
                <a:spcPts val="0"/>
              </a:spcBef>
              <a:spcAft>
                <a:spcPts val="0"/>
              </a:spcAft>
              <a:buNone/>
              <a:defRPr sz="3000">
                <a:solidFill>
                  <a:schemeClr val="lt1"/>
                </a:solidFill>
              </a:defRPr>
            </a:lvl8pPr>
            <a:lvl9pPr lvl="8" rtl="0">
              <a:spcBef>
                <a:spcPts val="0"/>
              </a:spcBef>
              <a:spcAft>
                <a:spcPts val="0"/>
              </a:spcAft>
              <a:buNone/>
              <a:defRPr sz="3000">
                <a:solidFill>
                  <a:schemeClr val="lt1"/>
                </a:solidFill>
              </a:defRPr>
            </a:lvl9pPr>
          </a:lstStyle>
          <a:p/>
        </p:txBody>
      </p:sp>
      <p:sp>
        <p:nvSpPr>
          <p:cNvPr id="124" name="Google Shape;124;p22"/>
          <p:cNvSpPr txBox="1"/>
          <p:nvPr>
            <p:ph idx="1" type="body"/>
          </p:nvPr>
        </p:nvSpPr>
        <p:spPr>
          <a:xfrm>
            <a:off x="604325" y="1268806"/>
            <a:ext cx="3196800" cy="3695100"/>
          </a:xfrm>
          <a:prstGeom prst="rect">
            <a:avLst/>
          </a:prstGeom>
        </p:spPr>
        <p:txBody>
          <a:bodyPr anchorCtr="0" anchor="t" bIns="91425" lIns="91425" spcFirstLastPara="1" rIns="91425" wrap="square" tIns="91425">
            <a:noAutofit/>
          </a:bodyPr>
          <a:lstStyle>
            <a:lvl1pPr indent="-279400" lvl="0" marL="457200" rtl="0">
              <a:lnSpc>
                <a:spcPct val="100000"/>
              </a:lnSpc>
              <a:spcBef>
                <a:spcPts val="300"/>
              </a:spcBef>
              <a:spcAft>
                <a:spcPts val="0"/>
              </a:spcAft>
              <a:buSzPts val="800"/>
              <a:buFont typeface="Nunito Light"/>
              <a:buChar char="●"/>
              <a:defRPr sz="1200"/>
            </a:lvl1pPr>
            <a:lvl2pPr indent="-304800" lvl="1" marL="914400" rtl="0">
              <a:spcBef>
                <a:spcPts val="0"/>
              </a:spcBef>
              <a:spcAft>
                <a:spcPts val="0"/>
              </a:spcAft>
              <a:buSzPts val="1200"/>
              <a:buFont typeface="Nunito Light"/>
              <a:buChar char="○"/>
              <a:defRPr/>
            </a:lvl2pPr>
            <a:lvl3pPr indent="-304800" lvl="2" marL="1371600" rtl="0">
              <a:spcBef>
                <a:spcPts val="1600"/>
              </a:spcBef>
              <a:spcAft>
                <a:spcPts val="0"/>
              </a:spcAft>
              <a:buSzPts val="1200"/>
              <a:buFont typeface="Nunito Light"/>
              <a:buChar char="■"/>
              <a:defRPr/>
            </a:lvl3pPr>
            <a:lvl4pPr indent="-304800" lvl="3" marL="1828800" rtl="0">
              <a:spcBef>
                <a:spcPts val="1600"/>
              </a:spcBef>
              <a:spcAft>
                <a:spcPts val="0"/>
              </a:spcAft>
              <a:buSzPts val="1200"/>
              <a:buFont typeface="Nunito Light"/>
              <a:buChar char="●"/>
              <a:defRPr/>
            </a:lvl4pPr>
            <a:lvl5pPr indent="-304800" lvl="4" marL="2286000" rtl="0">
              <a:spcBef>
                <a:spcPts val="1600"/>
              </a:spcBef>
              <a:spcAft>
                <a:spcPts val="0"/>
              </a:spcAft>
              <a:buSzPts val="1200"/>
              <a:buFont typeface="Nunito Light"/>
              <a:buChar char="○"/>
              <a:defRPr/>
            </a:lvl5pPr>
            <a:lvl6pPr indent="-304800" lvl="5" marL="2743200" rtl="0">
              <a:spcBef>
                <a:spcPts val="1600"/>
              </a:spcBef>
              <a:spcAft>
                <a:spcPts val="0"/>
              </a:spcAft>
              <a:buSzPts val="1200"/>
              <a:buFont typeface="Nunito Light"/>
              <a:buChar char="■"/>
              <a:defRPr/>
            </a:lvl6pPr>
            <a:lvl7pPr indent="-304800" lvl="6" marL="3200400" rtl="0">
              <a:spcBef>
                <a:spcPts val="1600"/>
              </a:spcBef>
              <a:spcAft>
                <a:spcPts val="0"/>
              </a:spcAft>
              <a:buSzPts val="1200"/>
              <a:buFont typeface="Nunito Light"/>
              <a:buChar char="●"/>
              <a:defRPr/>
            </a:lvl7pPr>
            <a:lvl8pPr indent="-304800" lvl="7" marL="3657600" rtl="0">
              <a:spcBef>
                <a:spcPts val="1600"/>
              </a:spcBef>
              <a:spcAft>
                <a:spcPts val="0"/>
              </a:spcAft>
              <a:buSzPts val="1200"/>
              <a:buFont typeface="Nunito Light"/>
              <a:buChar char="○"/>
              <a:defRPr/>
            </a:lvl8pPr>
            <a:lvl9pPr indent="-304800" lvl="8" marL="4114800" rtl="0">
              <a:spcBef>
                <a:spcPts val="1600"/>
              </a:spcBef>
              <a:spcAft>
                <a:spcPts val="1600"/>
              </a:spcAft>
              <a:buSzPts val="1200"/>
              <a:buFont typeface="Nunito Light"/>
              <a:buChar char="■"/>
              <a:defRPr/>
            </a:lvl9pPr>
          </a:lstStyle>
          <a:p/>
        </p:txBody>
      </p:sp>
      <p:sp>
        <p:nvSpPr>
          <p:cNvPr id="125" name="Google Shape;125;p22"/>
          <p:cNvSpPr txBox="1"/>
          <p:nvPr>
            <p:ph idx="2" type="body"/>
          </p:nvPr>
        </p:nvSpPr>
        <p:spPr>
          <a:xfrm>
            <a:off x="4626925" y="588981"/>
            <a:ext cx="3346800" cy="3695100"/>
          </a:xfrm>
          <a:prstGeom prst="rect">
            <a:avLst/>
          </a:prstGeom>
        </p:spPr>
        <p:txBody>
          <a:bodyPr anchorCtr="0" anchor="t" bIns="91425" lIns="91425" spcFirstLastPara="1" rIns="91425" wrap="square" tIns="91425">
            <a:noAutofit/>
          </a:bodyPr>
          <a:lstStyle>
            <a:lvl1pPr indent="-279400" lvl="0" marL="457200" rtl="0">
              <a:lnSpc>
                <a:spcPct val="100000"/>
              </a:lnSpc>
              <a:spcBef>
                <a:spcPts val="0"/>
              </a:spcBef>
              <a:spcAft>
                <a:spcPts val="0"/>
              </a:spcAft>
              <a:buSzPts val="800"/>
              <a:buFont typeface="Nunito Light"/>
              <a:buChar char="●"/>
              <a:defRPr sz="1200"/>
            </a:lvl1pPr>
            <a:lvl2pPr indent="-304800" lvl="1" marL="914400" rtl="0">
              <a:spcBef>
                <a:spcPts val="1600"/>
              </a:spcBef>
              <a:spcAft>
                <a:spcPts val="0"/>
              </a:spcAft>
              <a:buSzPts val="1200"/>
              <a:buFont typeface="Nunito Light"/>
              <a:buChar char="○"/>
              <a:defRPr/>
            </a:lvl2pPr>
            <a:lvl3pPr indent="-304800" lvl="2" marL="1371600" rtl="0">
              <a:spcBef>
                <a:spcPts val="1600"/>
              </a:spcBef>
              <a:spcAft>
                <a:spcPts val="0"/>
              </a:spcAft>
              <a:buSzPts val="1200"/>
              <a:buFont typeface="Nunito Light"/>
              <a:buChar char="■"/>
              <a:defRPr/>
            </a:lvl3pPr>
            <a:lvl4pPr indent="-304800" lvl="3" marL="1828800" rtl="0">
              <a:spcBef>
                <a:spcPts val="1600"/>
              </a:spcBef>
              <a:spcAft>
                <a:spcPts val="0"/>
              </a:spcAft>
              <a:buSzPts val="1200"/>
              <a:buFont typeface="Nunito Light"/>
              <a:buChar char="●"/>
              <a:defRPr/>
            </a:lvl4pPr>
            <a:lvl5pPr indent="-304800" lvl="4" marL="2286000" rtl="0">
              <a:spcBef>
                <a:spcPts val="1600"/>
              </a:spcBef>
              <a:spcAft>
                <a:spcPts val="0"/>
              </a:spcAft>
              <a:buSzPts val="1200"/>
              <a:buFont typeface="Nunito Light"/>
              <a:buChar char="○"/>
              <a:defRPr/>
            </a:lvl5pPr>
            <a:lvl6pPr indent="-304800" lvl="5" marL="2743200" rtl="0">
              <a:spcBef>
                <a:spcPts val="1600"/>
              </a:spcBef>
              <a:spcAft>
                <a:spcPts val="0"/>
              </a:spcAft>
              <a:buSzPts val="1200"/>
              <a:buFont typeface="Nunito Light"/>
              <a:buChar char="■"/>
              <a:defRPr/>
            </a:lvl6pPr>
            <a:lvl7pPr indent="-304800" lvl="6" marL="3200400" rtl="0">
              <a:spcBef>
                <a:spcPts val="1600"/>
              </a:spcBef>
              <a:spcAft>
                <a:spcPts val="0"/>
              </a:spcAft>
              <a:buSzPts val="1200"/>
              <a:buFont typeface="Nunito Light"/>
              <a:buChar char="●"/>
              <a:defRPr/>
            </a:lvl7pPr>
            <a:lvl8pPr indent="-304800" lvl="7" marL="3657600" rtl="0">
              <a:spcBef>
                <a:spcPts val="1600"/>
              </a:spcBef>
              <a:spcAft>
                <a:spcPts val="0"/>
              </a:spcAft>
              <a:buSzPts val="1200"/>
              <a:buFont typeface="Nunito Light"/>
              <a:buChar char="○"/>
              <a:defRPr/>
            </a:lvl8pPr>
            <a:lvl9pPr indent="-304800" lvl="8" marL="4114800" rtl="0">
              <a:spcBef>
                <a:spcPts val="1600"/>
              </a:spcBef>
              <a:spcAft>
                <a:spcPts val="1600"/>
              </a:spcAft>
              <a:buSzPts val="1200"/>
              <a:buFont typeface="Nunito Light"/>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
    <p:bg>
      <p:bgPr>
        <a:blipFill>
          <a:blip r:embed="rId2">
            <a:alphaModFix/>
          </a:blip>
          <a:stretch>
            <a:fillRect/>
          </a:stretch>
        </a:blipFill>
      </p:bgPr>
    </p:bg>
    <p:spTree>
      <p:nvGrpSpPr>
        <p:cNvPr id="126" name="Shape 126"/>
        <p:cNvGrpSpPr/>
        <p:nvPr/>
      </p:nvGrpSpPr>
      <p:grpSpPr>
        <a:xfrm>
          <a:off x="0" y="0"/>
          <a:ext cx="0" cy="0"/>
          <a:chOff x="0" y="0"/>
          <a:chExt cx="0" cy="0"/>
        </a:xfrm>
      </p:grpSpPr>
      <p:sp>
        <p:nvSpPr>
          <p:cNvPr id="127" name="Google Shape;127;p23"/>
          <p:cNvSpPr txBox="1"/>
          <p:nvPr>
            <p:ph type="title"/>
          </p:nvPr>
        </p:nvSpPr>
        <p:spPr>
          <a:xfrm>
            <a:off x="615268" y="393300"/>
            <a:ext cx="2253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2">
    <p:bg>
      <p:bgPr>
        <a:blipFill>
          <a:blip r:embed="rId2">
            <a:alphaModFix/>
          </a:blip>
          <a:stretch>
            <a:fillRect/>
          </a:stretch>
        </a:blipFill>
      </p:bgPr>
    </p:bg>
    <p:spTree>
      <p:nvGrpSpPr>
        <p:cNvPr id="128" name="Shape 128"/>
        <p:cNvGrpSpPr/>
        <p:nvPr/>
      </p:nvGrpSpPr>
      <p:grpSpPr>
        <a:xfrm>
          <a:off x="0" y="0"/>
          <a:ext cx="0" cy="0"/>
          <a:chOff x="0" y="0"/>
          <a:chExt cx="0" cy="0"/>
        </a:xfrm>
      </p:grpSpPr>
      <p:sp>
        <p:nvSpPr>
          <p:cNvPr id="129" name="Google Shape;129;p24"/>
          <p:cNvSpPr txBox="1"/>
          <p:nvPr>
            <p:ph type="title"/>
          </p:nvPr>
        </p:nvSpPr>
        <p:spPr>
          <a:xfrm>
            <a:off x="615277" y="393300"/>
            <a:ext cx="279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TITLE_ONLY_3">
    <p:bg>
      <p:bgPr>
        <a:blipFill>
          <a:blip r:embed="rId2">
            <a:alphaModFix/>
          </a:blip>
          <a:stretch>
            <a:fillRect/>
          </a:stretch>
        </a:blipFill>
      </p:bgPr>
    </p:bg>
    <p:spTree>
      <p:nvGrpSpPr>
        <p:cNvPr id="130" name="Shape 130"/>
        <p:cNvGrpSpPr/>
        <p:nvPr/>
      </p:nvGrpSpPr>
      <p:grpSpPr>
        <a:xfrm>
          <a:off x="0" y="0"/>
          <a:ext cx="0" cy="0"/>
          <a:chOff x="0" y="0"/>
          <a:chExt cx="0" cy="0"/>
        </a:xfrm>
      </p:grpSpPr>
      <p:sp>
        <p:nvSpPr>
          <p:cNvPr id="131" name="Google Shape;131;p25"/>
          <p:cNvSpPr txBox="1"/>
          <p:nvPr>
            <p:ph type="title"/>
          </p:nvPr>
        </p:nvSpPr>
        <p:spPr>
          <a:xfrm>
            <a:off x="615278" y="393300"/>
            <a:ext cx="3303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2" name="Shape 13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2.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1pPr>
            <a:lvl2pPr lvl="1">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2pPr>
            <a:lvl3pPr lvl="2">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3pPr>
            <a:lvl4pPr lvl="3">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4pPr>
            <a:lvl5pPr lvl="4">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5pPr>
            <a:lvl6pPr lvl="5">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6pPr>
            <a:lvl7pPr lvl="6">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7pPr>
            <a:lvl8pPr lvl="7">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8pPr>
            <a:lvl9pPr lvl="8">
              <a:spcBef>
                <a:spcPts val="0"/>
              </a:spcBef>
              <a:spcAft>
                <a:spcPts val="0"/>
              </a:spcAft>
              <a:buClr>
                <a:schemeClr val="dk1"/>
              </a:buClr>
              <a:buSzPts val="2800"/>
              <a:buFont typeface="Big Shoulders Display"/>
              <a:buNone/>
              <a:defRPr b="1" sz="2800">
                <a:solidFill>
                  <a:schemeClr val="dk1"/>
                </a:solidFill>
                <a:latin typeface="Big Shoulders Display"/>
                <a:ea typeface="Big Shoulders Display"/>
                <a:cs typeface="Big Shoulders Display"/>
                <a:sym typeface="Big Shoulders Displ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Nunito Sans Light"/>
              <a:buChar char="●"/>
              <a:defRPr sz="1800">
                <a:solidFill>
                  <a:schemeClr val="dk1"/>
                </a:solidFill>
                <a:latin typeface="Nunito Sans Light"/>
                <a:ea typeface="Nunito Sans Light"/>
                <a:cs typeface="Nunito Sans Light"/>
                <a:sym typeface="Nunito Sans Light"/>
              </a:defRPr>
            </a:lvl1pPr>
            <a:lvl2pPr indent="-317500" lvl="1" marL="9144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2pPr>
            <a:lvl3pPr indent="-317500" lvl="2" marL="13716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3pPr>
            <a:lvl4pPr indent="-317500" lvl="3" marL="18288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4pPr>
            <a:lvl5pPr indent="-317500" lvl="4" marL="22860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5pPr>
            <a:lvl6pPr indent="-317500" lvl="5" marL="27432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6pPr>
            <a:lvl7pPr indent="-317500" lvl="6" marL="32004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7pPr>
            <a:lvl8pPr indent="-317500" lvl="7" marL="3657600">
              <a:lnSpc>
                <a:spcPct val="115000"/>
              </a:lnSpc>
              <a:spcBef>
                <a:spcPts val="1600"/>
              </a:spcBef>
              <a:spcAft>
                <a:spcPts val="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8pPr>
            <a:lvl9pPr indent="-317500" lvl="8" marL="4114800">
              <a:lnSpc>
                <a:spcPct val="115000"/>
              </a:lnSpc>
              <a:spcBef>
                <a:spcPts val="1600"/>
              </a:spcBef>
              <a:spcAft>
                <a:spcPts val="1600"/>
              </a:spcAft>
              <a:buClr>
                <a:schemeClr val="dk1"/>
              </a:buClr>
              <a:buSzPts val="1400"/>
              <a:buFont typeface="Nunito Sans Light"/>
              <a:buChar char="■"/>
              <a:defRPr>
                <a:solidFill>
                  <a:schemeClr val="dk1"/>
                </a:solidFill>
                <a:latin typeface="Nunito Sans Light"/>
                <a:ea typeface="Nunito Sans Light"/>
                <a:cs typeface="Nunito Sans Light"/>
                <a:sym typeface="Nunito Sans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xml"/><Relationship Id="rId3" Type="http://schemas.openxmlformats.org/officeDocument/2006/relationships/image" Target="../media/image24.png"/><Relationship Id="rId4" Type="http://schemas.openxmlformats.org/officeDocument/2006/relationships/image" Target="../media/image19.png"/><Relationship Id="rId5"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7"/>
          <p:cNvSpPr txBox="1"/>
          <p:nvPr>
            <p:ph type="ctrTitle"/>
          </p:nvPr>
        </p:nvSpPr>
        <p:spPr>
          <a:xfrm flipH="1">
            <a:off x="401850" y="192275"/>
            <a:ext cx="8340300" cy="16185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700"/>
              <a:t>Data Analytics Final Report: Buffalo Bills &amp; Cold Weather Advantage</a:t>
            </a:r>
            <a:endParaRPr sz="3700"/>
          </a:p>
        </p:txBody>
      </p:sp>
      <p:grpSp>
        <p:nvGrpSpPr>
          <p:cNvPr id="138" name="Google Shape;138;p27"/>
          <p:cNvGrpSpPr/>
          <p:nvPr/>
        </p:nvGrpSpPr>
        <p:grpSpPr>
          <a:xfrm>
            <a:off x="2586537" y="1860883"/>
            <a:ext cx="3970926" cy="3506948"/>
            <a:chOff x="871500" y="3643775"/>
            <a:chExt cx="1327625" cy="1172500"/>
          </a:xfrm>
        </p:grpSpPr>
        <p:sp>
          <p:nvSpPr>
            <p:cNvPr id="139" name="Google Shape;139;p27"/>
            <p:cNvSpPr/>
            <p:nvPr/>
          </p:nvSpPr>
          <p:spPr>
            <a:xfrm>
              <a:off x="876525" y="3938975"/>
              <a:ext cx="1299275" cy="802175"/>
            </a:xfrm>
            <a:custGeom>
              <a:rect b="b" l="l" r="r" t="t"/>
              <a:pathLst>
                <a:path extrusionOk="0" h="32087" w="51971">
                  <a:moveTo>
                    <a:pt x="26160" y="1"/>
                  </a:moveTo>
                  <a:cubicBezTo>
                    <a:pt x="23857" y="1"/>
                    <a:pt x="21551" y="138"/>
                    <a:pt x="19250" y="395"/>
                  </a:cubicBezTo>
                  <a:cubicBezTo>
                    <a:pt x="14704" y="903"/>
                    <a:pt x="9824" y="1877"/>
                    <a:pt x="6349" y="5078"/>
                  </a:cubicBezTo>
                  <a:cubicBezTo>
                    <a:pt x="6037" y="5366"/>
                    <a:pt x="5740" y="5667"/>
                    <a:pt x="5458" y="5984"/>
                  </a:cubicBezTo>
                  <a:cubicBezTo>
                    <a:pt x="3641" y="8031"/>
                    <a:pt x="2510" y="10577"/>
                    <a:pt x="1511" y="13095"/>
                  </a:cubicBezTo>
                  <a:cubicBezTo>
                    <a:pt x="818" y="14838"/>
                    <a:pt x="168" y="16635"/>
                    <a:pt x="70" y="18508"/>
                  </a:cubicBezTo>
                  <a:cubicBezTo>
                    <a:pt x="1" y="19885"/>
                    <a:pt x="499" y="21046"/>
                    <a:pt x="642" y="22359"/>
                  </a:cubicBezTo>
                  <a:cubicBezTo>
                    <a:pt x="796" y="23795"/>
                    <a:pt x="619" y="25369"/>
                    <a:pt x="619" y="26819"/>
                  </a:cubicBezTo>
                  <a:lnTo>
                    <a:pt x="619" y="32087"/>
                  </a:lnTo>
                  <a:lnTo>
                    <a:pt x="51561" y="32087"/>
                  </a:lnTo>
                  <a:lnTo>
                    <a:pt x="51561" y="26819"/>
                  </a:lnTo>
                  <a:cubicBezTo>
                    <a:pt x="51561" y="23027"/>
                    <a:pt x="51971" y="19286"/>
                    <a:pt x="51109" y="15547"/>
                  </a:cubicBezTo>
                  <a:cubicBezTo>
                    <a:pt x="50034" y="10893"/>
                    <a:pt x="47904" y="5876"/>
                    <a:pt x="43605" y="3412"/>
                  </a:cubicBezTo>
                  <a:cubicBezTo>
                    <a:pt x="41384" y="2138"/>
                    <a:pt x="38873" y="1453"/>
                    <a:pt x="36359" y="962"/>
                  </a:cubicBezTo>
                  <a:cubicBezTo>
                    <a:pt x="32983" y="302"/>
                    <a:pt x="29575" y="1"/>
                    <a:pt x="26160"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7"/>
            <p:cNvSpPr/>
            <p:nvPr/>
          </p:nvSpPr>
          <p:spPr>
            <a:xfrm>
              <a:off x="1176975" y="4533175"/>
              <a:ext cx="703600" cy="207975"/>
            </a:xfrm>
            <a:custGeom>
              <a:rect b="b" l="l" r="r" t="t"/>
              <a:pathLst>
                <a:path extrusionOk="0" h="8319" w="28144">
                  <a:moveTo>
                    <a:pt x="1" y="0"/>
                  </a:moveTo>
                  <a:lnTo>
                    <a:pt x="1" y="8319"/>
                  </a:lnTo>
                  <a:lnTo>
                    <a:pt x="28144" y="8319"/>
                  </a:lnTo>
                  <a:lnTo>
                    <a:pt x="28144" y="0"/>
                  </a:lnTo>
                  <a:close/>
                </a:path>
              </a:pathLst>
            </a:cu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7"/>
            <p:cNvSpPr/>
            <p:nvPr/>
          </p:nvSpPr>
          <p:spPr>
            <a:xfrm>
              <a:off x="871500" y="4290350"/>
              <a:ext cx="341525" cy="233975"/>
            </a:xfrm>
            <a:custGeom>
              <a:rect b="b" l="l" r="r" t="t"/>
              <a:pathLst>
                <a:path extrusionOk="0" h="9359" w="13661">
                  <a:moveTo>
                    <a:pt x="6978" y="0"/>
                  </a:moveTo>
                  <a:cubicBezTo>
                    <a:pt x="5545" y="0"/>
                    <a:pt x="4084" y="308"/>
                    <a:pt x="2875" y="975"/>
                  </a:cubicBezTo>
                  <a:cubicBezTo>
                    <a:pt x="1577" y="1691"/>
                    <a:pt x="568" y="2820"/>
                    <a:pt x="185" y="4433"/>
                  </a:cubicBezTo>
                  <a:cubicBezTo>
                    <a:pt x="42" y="5027"/>
                    <a:pt x="1" y="5663"/>
                    <a:pt x="197" y="6242"/>
                  </a:cubicBezTo>
                  <a:cubicBezTo>
                    <a:pt x="763" y="7911"/>
                    <a:pt x="2731" y="7993"/>
                    <a:pt x="4289" y="7993"/>
                  </a:cubicBezTo>
                  <a:cubicBezTo>
                    <a:pt x="4458" y="7993"/>
                    <a:pt x="4623" y="7992"/>
                    <a:pt x="4781" y="7992"/>
                  </a:cubicBezTo>
                  <a:cubicBezTo>
                    <a:pt x="4813" y="7992"/>
                    <a:pt x="4844" y="7992"/>
                    <a:pt x="4876" y="7992"/>
                  </a:cubicBezTo>
                  <a:cubicBezTo>
                    <a:pt x="4887" y="7992"/>
                    <a:pt x="4899" y="7992"/>
                    <a:pt x="4910" y="7992"/>
                  </a:cubicBezTo>
                  <a:cubicBezTo>
                    <a:pt x="5727" y="7992"/>
                    <a:pt x="6543" y="7911"/>
                    <a:pt x="7360" y="7911"/>
                  </a:cubicBezTo>
                  <a:cubicBezTo>
                    <a:pt x="7393" y="7911"/>
                    <a:pt x="7427" y="7911"/>
                    <a:pt x="7460" y="7911"/>
                  </a:cubicBezTo>
                  <a:cubicBezTo>
                    <a:pt x="8990" y="7920"/>
                    <a:pt x="10027" y="9359"/>
                    <a:pt x="11363" y="9359"/>
                  </a:cubicBezTo>
                  <a:cubicBezTo>
                    <a:pt x="11603" y="9359"/>
                    <a:pt x="11853" y="9312"/>
                    <a:pt x="12117" y="9203"/>
                  </a:cubicBezTo>
                  <a:cubicBezTo>
                    <a:pt x="13661" y="8562"/>
                    <a:pt x="13494" y="6358"/>
                    <a:pt x="13221" y="5017"/>
                  </a:cubicBezTo>
                  <a:cubicBezTo>
                    <a:pt x="13003" y="3942"/>
                    <a:pt x="12608" y="2882"/>
                    <a:pt x="11908" y="2037"/>
                  </a:cubicBezTo>
                  <a:cubicBezTo>
                    <a:pt x="10865" y="783"/>
                    <a:pt x="9223" y="123"/>
                    <a:pt x="7598" y="20"/>
                  </a:cubicBezTo>
                  <a:cubicBezTo>
                    <a:pt x="7392" y="7"/>
                    <a:pt x="7185" y="0"/>
                    <a:pt x="6978" y="0"/>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7"/>
            <p:cNvSpPr/>
            <p:nvPr/>
          </p:nvSpPr>
          <p:spPr>
            <a:xfrm>
              <a:off x="1854850" y="4299225"/>
              <a:ext cx="326050" cy="233950"/>
            </a:xfrm>
            <a:custGeom>
              <a:rect b="b" l="l" r="r" t="t"/>
              <a:pathLst>
                <a:path extrusionOk="0" h="9358" w="13042">
                  <a:moveTo>
                    <a:pt x="6651" y="1"/>
                  </a:moveTo>
                  <a:cubicBezTo>
                    <a:pt x="5286" y="1"/>
                    <a:pt x="3897" y="308"/>
                    <a:pt x="2744" y="975"/>
                  </a:cubicBezTo>
                  <a:cubicBezTo>
                    <a:pt x="1507" y="1692"/>
                    <a:pt x="543" y="2821"/>
                    <a:pt x="174" y="4432"/>
                  </a:cubicBezTo>
                  <a:cubicBezTo>
                    <a:pt x="39" y="5026"/>
                    <a:pt x="0" y="5664"/>
                    <a:pt x="189" y="6243"/>
                  </a:cubicBezTo>
                  <a:cubicBezTo>
                    <a:pt x="729" y="7910"/>
                    <a:pt x="2607" y="7992"/>
                    <a:pt x="4092" y="7992"/>
                  </a:cubicBezTo>
                  <a:cubicBezTo>
                    <a:pt x="4254" y="7992"/>
                    <a:pt x="4411" y="7991"/>
                    <a:pt x="4561" y="7991"/>
                  </a:cubicBezTo>
                  <a:cubicBezTo>
                    <a:pt x="4592" y="7991"/>
                    <a:pt x="4622" y="7991"/>
                    <a:pt x="4652" y="7991"/>
                  </a:cubicBezTo>
                  <a:cubicBezTo>
                    <a:pt x="4663" y="7991"/>
                    <a:pt x="4674" y="7991"/>
                    <a:pt x="4686" y="7991"/>
                  </a:cubicBezTo>
                  <a:cubicBezTo>
                    <a:pt x="5477" y="7991"/>
                    <a:pt x="6263" y="7910"/>
                    <a:pt x="7054" y="7910"/>
                  </a:cubicBezTo>
                  <a:cubicBezTo>
                    <a:pt x="7076" y="7910"/>
                    <a:pt x="7099" y="7910"/>
                    <a:pt x="7121" y="7910"/>
                  </a:cubicBezTo>
                  <a:cubicBezTo>
                    <a:pt x="8579" y="7920"/>
                    <a:pt x="9571" y="9357"/>
                    <a:pt x="10846" y="9357"/>
                  </a:cubicBezTo>
                  <a:cubicBezTo>
                    <a:pt x="11076" y="9357"/>
                    <a:pt x="11314" y="9311"/>
                    <a:pt x="11566" y="9201"/>
                  </a:cubicBezTo>
                  <a:cubicBezTo>
                    <a:pt x="13042" y="8560"/>
                    <a:pt x="12882" y="6359"/>
                    <a:pt x="12622" y="5018"/>
                  </a:cubicBezTo>
                  <a:cubicBezTo>
                    <a:pt x="12413" y="3943"/>
                    <a:pt x="12035" y="2883"/>
                    <a:pt x="11368" y="2038"/>
                  </a:cubicBezTo>
                  <a:cubicBezTo>
                    <a:pt x="10373" y="782"/>
                    <a:pt x="8805" y="121"/>
                    <a:pt x="7254" y="21"/>
                  </a:cubicBezTo>
                  <a:cubicBezTo>
                    <a:pt x="7054" y="7"/>
                    <a:pt x="6853" y="1"/>
                    <a:pt x="6651" y="1"/>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7"/>
            <p:cNvSpPr/>
            <p:nvPr/>
          </p:nvSpPr>
          <p:spPr>
            <a:xfrm>
              <a:off x="890650" y="4319125"/>
              <a:ext cx="285000" cy="422025"/>
            </a:xfrm>
            <a:custGeom>
              <a:rect b="b" l="l" r="r" t="t"/>
              <a:pathLst>
                <a:path extrusionOk="0" h="16881" w="11400">
                  <a:moveTo>
                    <a:pt x="4552" y="0"/>
                  </a:moveTo>
                  <a:cubicBezTo>
                    <a:pt x="2108" y="0"/>
                    <a:pt x="0" y="3215"/>
                    <a:pt x="0" y="5943"/>
                  </a:cubicBezTo>
                  <a:lnTo>
                    <a:pt x="0" y="16881"/>
                  </a:lnTo>
                  <a:lnTo>
                    <a:pt x="11400" y="16881"/>
                  </a:lnTo>
                  <a:lnTo>
                    <a:pt x="11400" y="5943"/>
                  </a:lnTo>
                  <a:cubicBezTo>
                    <a:pt x="11400" y="2794"/>
                    <a:pt x="8538" y="1468"/>
                    <a:pt x="5700" y="243"/>
                  </a:cubicBezTo>
                  <a:cubicBezTo>
                    <a:pt x="5314" y="77"/>
                    <a:pt x="4929" y="0"/>
                    <a:pt x="4552" y="0"/>
                  </a:cubicBezTo>
                  <a:close/>
                </a:path>
              </a:pathLst>
            </a:custGeom>
            <a:solidFill>
              <a:srgbClr val="AA5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7"/>
            <p:cNvSpPr/>
            <p:nvPr/>
          </p:nvSpPr>
          <p:spPr>
            <a:xfrm>
              <a:off x="1880550" y="4321100"/>
              <a:ext cx="285025" cy="420050"/>
            </a:xfrm>
            <a:custGeom>
              <a:rect b="b" l="l" r="r" t="t"/>
              <a:pathLst>
                <a:path extrusionOk="0" h="16802" w="11401">
                  <a:moveTo>
                    <a:pt x="6720" y="0"/>
                  </a:moveTo>
                  <a:cubicBezTo>
                    <a:pt x="6386" y="0"/>
                    <a:pt x="6045" y="53"/>
                    <a:pt x="5700" y="164"/>
                  </a:cubicBezTo>
                  <a:cubicBezTo>
                    <a:pt x="2360" y="1244"/>
                    <a:pt x="1" y="2715"/>
                    <a:pt x="1" y="5864"/>
                  </a:cubicBezTo>
                  <a:lnTo>
                    <a:pt x="1" y="16802"/>
                  </a:lnTo>
                  <a:lnTo>
                    <a:pt x="11400" y="16802"/>
                  </a:lnTo>
                  <a:lnTo>
                    <a:pt x="11400" y="5864"/>
                  </a:lnTo>
                  <a:cubicBezTo>
                    <a:pt x="11400" y="3077"/>
                    <a:pt x="9282" y="0"/>
                    <a:pt x="6720" y="0"/>
                  </a:cubicBezTo>
                  <a:close/>
                </a:path>
              </a:pathLst>
            </a:custGeom>
            <a:solidFill>
              <a:srgbClr val="AA5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7"/>
            <p:cNvSpPr/>
            <p:nvPr/>
          </p:nvSpPr>
          <p:spPr>
            <a:xfrm>
              <a:off x="1306725" y="3931700"/>
              <a:ext cx="444050" cy="460175"/>
            </a:xfrm>
            <a:custGeom>
              <a:rect b="b" l="l" r="r" t="t"/>
              <a:pathLst>
                <a:path extrusionOk="0" h="18407" w="17762">
                  <a:moveTo>
                    <a:pt x="8881" y="1"/>
                  </a:moveTo>
                  <a:cubicBezTo>
                    <a:pt x="3977" y="1"/>
                    <a:pt x="0" y="3978"/>
                    <a:pt x="0" y="8882"/>
                  </a:cubicBezTo>
                  <a:cubicBezTo>
                    <a:pt x="0" y="13786"/>
                    <a:pt x="3977" y="18406"/>
                    <a:pt x="8881" y="18406"/>
                  </a:cubicBezTo>
                  <a:cubicBezTo>
                    <a:pt x="13785" y="18406"/>
                    <a:pt x="17762" y="13789"/>
                    <a:pt x="17762" y="8882"/>
                  </a:cubicBezTo>
                  <a:cubicBezTo>
                    <a:pt x="17762" y="3978"/>
                    <a:pt x="13785" y="1"/>
                    <a:pt x="8881" y="1"/>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7"/>
            <p:cNvSpPr/>
            <p:nvPr/>
          </p:nvSpPr>
          <p:spPr>
            <a:xfrm>
              <a:off x="1344950" y="4014425"/>
              <a:ext cx="367600" cy="342650"/>
            </a:xfrm>
            <a:custGeom>
              <a:rect b="b" l="l" r="r" t="t"/>
              <a:pathLst>
                <a:path extrusionOk="0" h="13706" w="14704">
                  <a:moveTo>
                    <a:pt x="1375" y="1"/>
                  </a:moveTo>
                  <a:cubicBezTo>
                    <a:pt x="616" y="3"/>
                    <a:pt x="0" y="619"/>
                    <a:pt x="0" y="1378"/>
                  </a:cubicBezTo>
                  <a:lnTo>
                    <a:pt x="0" y="5644"/>
                  </a:lnTo>
                  <a:cubicBezTo>
                    <a:pt x="0" y="9704"/>
                    <a:pt x="3827" y="13705"/>
                    <a:pt x="7887" y="13705"/>
                  </a:cubicBezTo>
                  <a:cubicBezTo>
                    <a:pt x="11947" y="13705"/>
                    <a:pt x="14704" y="9704"/>
                    <a:pt x="14704" y="5644"/>
                  </a:cubicBezTo>
                  <a:lnTo>
                    <a:pt x="14704" y="1378"/>
                  </a:lnTo>
                  <a:cubicBezTo>
                    <a:pt x="14704" y="619"/>
                    <a:pt x="14090" y="3"/>
                    <a:pt x="13329" y="1"/>
                  </a:cubicBezTo>
                  <a:close/>
                </a:path>
              </a:pathLst>
            </a:custGeom>
            <a:solidFill>
              <a:srgbClr val="AA5F4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7"/>
            <p:cNvSpPr/>
            <p:nvPr/>
          </p:nvSpPr>
          <p:spPr>
            <a:xfrm>
              <a:off x="1269400" y="3654650"/>
              <a:ext cx="518700" cy="428900"/>
            </a:xfrm>
            <a:custGeom>
              <a:rect b="b" l="l" r="r" t="t"/>
              <a:pathLst>
                <a:path extrusionOk="0" h="17156" w="20748">
                  <a:moveTo>
                    <a:pt x="10374" y="0"/>
                  </a:moveTo>
                  <a:cubicBezTo>
                    <a:pt x="5597" y="0"/>
                    <a:pt x="1726" y="3874"/>
                    <a:pt x="1726" y="8650"/>
                  </a:cubicBezTo>
                  <a:lnTo>
                    <a:pt x="1726" y="9760"/>
                  </a:lnTo>
                  <a:cubicBezTo>
                    <a:pt x="433" y="10948"/>
                    <a:pt x="1" y="12806"/>
                    <a:pt x="636" y="14443"/>
                  </a:cubicBezTo>
                  <a:cubicBezTo>
                    <a:pt x="1275" y="16078"/>
                    <a:pt x="2848" y="17156"/>
                    <a:pt x="4606" y="17156"/>
                  </a:cubicBezTo>
                  <a:lnTo>
                    <a:pt x="16142" y="17156"/>
                  </a:lnTo>
                  <a:cubicBezTo>
                    <a:pt x="17898" y="17156"/>
                    <a:pt x="19473" y="16078"/>
                    <a:pt x="20112" y="14443"/>
                  </a:cubicBezTo>
                  <a:cubicBezTo>
                    <a:pt x="20747" y="12806"/>
                    <a:pt x="20315" y="10948"/>
                    <a:pt x="19022" y="9760"/>
                  </a:cubicBezTo>
                  <a:lnTo>
                    <a:pt x="19024" y="9760"/>
                  </a:lnTo>
                  <a:lnTo>
                    <a:pt x="19024" y="8650"/>
                  </a:lnTo>
                  <a:cubicBezTo>
                    <a:pt x="19024" y="3874"/>
                    <a:pt x="15151" y="0"/>
                    <a:pt x="10374" y="0"/>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7"/>
            <p:cNvSpPr/>
            <p:nvPr/>
          </p:nvSpPr>
          <p:spPr>
            <a:xfrm>
              <a:off x="1344950" y="3914600"/>
              <a:ext cx="367675" cy="347325"/>
            </a:xfrm>
            <a:custGeom>
              <a:rect b="b" l="l" r="r" t="t"/>
              <a:pathLst>
                <a:path extrusionOk="0" h="13893" w="14707">
                  <a:moveTo>
                    <a:pt x="1375" y="0"/>
                  </a:moveTo>
                  <a:cubicBezTo>
                    <a:pt x="616" y="0"/>
                    <a:pt x="0" y="619"/>
                    <a:pt x="0" y="1377"/>
                  </a:cubicBezTo>
                  <a:lnTo>
                    <a:pt x="0" y="5641"/>
                  </a:lnTo>
                  <a:cubicBezTo>
                    <a:pt x="0" y="9575"/>
                    <a:pt x="3923" y="13892"/>
                    <a:pt x="7054" y="13892"/>
                  </a:cubicBezTo>
                  <a:cubicBezTo>
                    <a:pt x="7155" y="13892"/>
                    <a:pt x="7254" y="13888"/>
                    <a:pt x="7352" y="13879"/>
                  </a:cubicBezTo>
                  <a:cubicBezTo>
                    <a:pt x="11397" y="13511"/>
                    <a:pt x="14704" y="9701"/>
                    <a:pt x="14704" y="5641"/>
                  </a:cubicBezTo>
                  <a:lnTo>
                    <a:pt x="14704" y="1377"/>
                  </a:lnTo>
                  <a:cubicBezTo>
                    <a:pt x="14706" y="619"/>
                    <a:pt x="14090" y="0"/>
                    <a:pt x="13329" y="0"/>
                  </a:cubicBezTo>
                  <a:close/>
                </a:path>
              </a:pathLst>
            </a:custGeom>
            <a:solidFill>
              <a:srgbClr val="CF7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7"/>
            <p:cNvSpPr/>
            <p:nvPr/>
          </p:nvSpPr>
          <p:spPr>
            <a:xfrm>
              <a:off x="1335075" y="3904700"/>
              <a:ext cx="387425" cy="109575"/>
            </a:xfrm>
            <a:custGeom>
              <a:rect b="b" l="l" r="r" t="t"/>
              <a:pathLst>
                <a:path extrusionOk="0" h="4383" w="15497">
                  <a:moveTo>
                    <a:pt x="1770" y="1"/>
                  </a:moveTo>
                  <a:cubicBezTo>
                    <a:pt x="793" y="1"/>
                    <a:pt x="0" y="796"/>
                    <a:pt x="0" y="1773"/>
                  </a:cubicBezTo>
                  <a:lnTo>
                    <a:pt x="0" y="3987"/>
                  </a:lnTo>
                  <a:cubicBezTo>
                    <a:pt x="0" y="4206"/>
                    <a:pt x="177" y="4382"/>
                    <a:pt x="395" y="4382"/>
                  </a:cubicBezTo>
                  <a:cubicBezTo>
                    <a:pt x="616" y="4382"/>
                    <a:pt x="793" y="4206"/>
                    <a:pt x="793" y="3987"/>
                  </a:cubicBezTo>
                  <a:lnTo>
                    <a:pt x="793" y="1773"/>
                  </a:lnTo>
                  <a:cubicBezTo>
                    <a:pt x="793" y="1233"/>
                    <a:pt x="1230" y="794"/>
                    <a:pt x="1770" y="791"/>
                  </a:cubicBezTo>
                  <a:lnTo>
                    <a:pt x="13724" y="791"/>
                  </a:lnTo>
                  <a:cubicBezTo>
                    <a:pt x="14267" y="794"/>
                    <a:pt x="14704" y="1233"/>
                    <a:pt x="14704" y="1773"/>
                  </a:cubicBezTo>
                  <a:lnTo>
                    <a:pt x="14704" y="3921"/>
                  </a:lnTo>
                  <a:cubicBezTo>
                    <a:pt x="14704" y="4139"/>
                    <a:pt x="14880" y="4319"/>
                    <a:pt x="15099" y="4319"/>
                  </a:cubicBezTo>
                  <a:cubicBezTo>
                    <a:pt x="15317" y="4319"/>
                    <a:pt x="15496" y="4139"/>
                    <a:pt x="15496" y="3921"/>
                  </a:cubicBezTo>
                  <a:lnTo>
                    <a:pt x="15496" y="1773"/>
                  </a:lnTo>
                  <a:cubicBezTo>
                    <a:pt x="15496" y="796"/>
                    <a:pt x="14704" y="1"/>
                    <a:pt x="13724" y="1"/>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7"/>
            <p:cNvSpPr/>
            <p:nvPr/>
          </p:nvSpPr>
          <p:spPr>
            <a:xfrm>
              <a:off x="1320150" y="3984375"/>
              <a:ext cx="62325" cy="181975"/>
            </a:xfrm>
            <a:custGeom>
              <a:rect b="b" l="l" r="r" t="t"/>
              <a:pathLst>
                <a:path extrusionOk="0" h="7279" w="2493">
                  <a:moveTo>
                    <a:pt x="953" y="0"/>
                  </a:moveTo>
                  <a:cubicBezTo>
                    <a:pt x="428" y="0"/>
                    <a:pt x="1" y="427"/>
                    <a:pt x="1" y="955"/>
                  </a:cubicBezTo>
                  <a:lnTo>
                    <a:pt x="1" y="6687"/>
                  </a:lnTo>
                  <a:cubicBezTo>
                    <a:pt x="1" y="7214"/>
                    <a:pt x="428" y="7278"/>
                    <a:pt x="953" y="7278"/>
                  </a:cubicBezTo>
                  <a:lnTo>
                    <a:pt x="1537" y="7278"/>
                  </a:lnTo>
                  <a:cubicBezTo>
                    <a:pt x="2065" y="7278"/>
                    <a:pt x="2492" y="7214"/>
                    <a:pt x="2492" y="6687"/>
                  </a:cubicBezTo>
                  <a:lnTo>
                    <a:pt x="2492" y="955"/>
                  </a:lnTo>
                  <a:cubicBezTo>
                    <a:pt x="2492" y="427"/>
                    <a:pt x="2065" y="0"/>
                    <a:pt x="1537" y="0"/>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7"/>
            <p:cNvSpPr/>
            <p:nvPr/>
          </p:nvSpPr>
          <p:spPr>
            <a:xfrm>
              <a:off x="1675100" y="3984375"/>
              <a:ext cx="62300" cy="181975"/>
            </a:xfrm>
            <a:custGeom>
              <a:rect b="b" l="l" r="r" t="t"/>
              <a:pathLst>
                <a:path extrusionOk="0" h="7279" w="2492">
                  <a:moveTo>
                    <a:pt x="955" y="0"/>
                  </a:moveTo>
                  <a:cubicBezTo>
                    <a:pt x="428" y="0"/>
                    <a:pt x="0" y="427"/>
                    <a:pt x="0" y="955"/>
                  </a:cubicBezTo>
                  <a:lnTo>
                    <a:pt x="0" y="6687"/>
                  </a:lnTo>
                  <a:cubicBezTo>
                    <a:pt x="0" y="7214"/>
                    <a:pt x="428" y="7278"/>
                    <a:pt x="955" y="7278"/>
                  </a:cubicBezTo>
                  <a:lnTo>
                    <a:pt x="1537" y="7278"/>
                  </a:lnTo>
                  <a:cubicBezTo>
                    <a:pt x="2065" y="7278"/>
                    <a:pt x="2492" y="7214"/>
                    <a:pt x="2492" y="6687"/>
                  </a:cubicBezTo>
                  <a:lnTo>
                    <a:pt x="2492" y="955"/>
                  </a:lnTo>
                  <a:cubicBezTo>
                    <a:pt x="2492" y="427"/>
                    <a:pt x="2065" y="0"/>
                    <a:pt x="1537" y="0"/>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7"/>
            <p:cNvSpPr/>
            <p:nvPr/>
          </p:nvSpPr>
          <p:spPr>
            <a:xfrm>
              <a:off x="1497625" y="3643775"/>
              <a:ext cx="62300" cy="255425"/>
            </a:xfrm>
            <a:custGeom>
              <a:rect b="b" l="l" r="r" t="t"/>
              <a:pathLst>
                <a:path extrusionOk="0" h="10217" w="2492">
                  <a:moveTo>
                    <a:pt x="955" y="1"/>
                  </a:moveTo>
                  <a:cubicBezTo>
                    <a:pt x="428" y="1"/>
                    <a:pt x="1" y="430"/>
                    <a:pt x="1" y="956"/>
                  </a:cubicBezTo>
                  <a:lnTo>
                    <a:pt x="1" y="9625"/>
                  </a:lnTo>
                  <a:cubicBezTo>
                    <a:pt x="1" y="10153"/>
                    <a:pt x="428" y="10217"/>
                    <a:pt x="955" y="10217"/>
                  </a:cubicBezTo>
                  <a:lnTo>
                    <a:pt x="1537" y="10217"/>
                  </a:lnTo>
                  <a:cubicBezTo>
                    <a:pt x="2065" y="10217"/>
                    <a:pt x="2492" y="10153"/>
                    <a:pt x="2492" y="9625"/>
                  </a:cubicBezTo>
                  <a:lnTo>
                    <a:pt x="2492" y="956"/>
                  </a:lnTo>
                  <a:cubicBezTo>
                    <a:pt x="2492" y="430"/>
                    <a:pt x="2065" y="1"/>
                    <a:pt x="1537"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7"/>
            <p:cNvSpPr/>
            <p:nvPr/>
          </p:nvSpPr>
          <p:spPr>
            <a:xfrm>
              <a:off x="1453075" y="3848325"/>
              <a:ext cx="151425" cy="86850"/>
            </a:xfrm>
            <a:custGeom>
              <a:rect b="b" l="l" r="r" t="t"/>
              <a:pathLst>
                <a:path extrusionOk="0" h="3474" w="6057">
                  <a:moveTo>
                    <a:pt x="361" y="0"/>
                  </a:moveTo>
                  <a:cubicBezTo>
                    <a:pt x="162" y="0"/>
                    <a:pt x="0" y="162"/>
                    <a:pt x="0" y="363"/>
                  </a:cubicBezTo>
                  <a:lnTo>
                    <a:pt x="0" y="3113"/>
                  </a:lnTo>
                  <a:cubicBezTo>
                    <a:pt x="0" y="3311"/>
                    <a:pt x="162" y="3473"/>
                    <a:pt x="361" y="3473"/>
                  </a:cubicBezTo>
                  <a:lnTo>
                    <a:pt x="5695" y="3473"/>
                  </a:lnTo>
                  <a:cubicBezTo>
                    <a:pt x="5894" y="3473"/>
                    <a:pt x="6056" y="3311"/>
                    <a:pt x="6056" y="3113"/>
                  </a:cubicBezTo>
                  <a:lnTo>
                    <a:pt x="6056" y="361"/>
                  </a:lnTo>
                  <a:cubicBezTo>
                    <a:pt x="6056" y="162"/>
                    <a:pt x="5894" y="0"/>
                    <a:pt x="5695" y="0"/>
                  </a:cubicBezTo>
                  <a:close/>
                </a:path>
              </a:pathLst>
            </a:custGeom>
            <a:solidFill>
              <a:srgbClr val="DEAF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7"/>
            <p:cNvSpPr/>
            <p:nvPr/>
          </p:nvSpPr>
          <p:spPr>
            <a:xfrm>
              <a:off x="1301875" y="4014425"/>
              <a:ext cx="453825" cy="24550"/>
            </a:xfrm>
            <a:custGeom>
              <a:rect b="b" l="l" r="r" t="t"/>
              <a:pathLst>
                <a:path extrusionOk="0" h="982" w="18153">
                  <a:moveTo>
                    <a:pt x="361" y="1"/>
                  </a:moveTo>
                  <a:cubicBezTo>
                    <a:pt x="162" y="1"/>
                    <a:pt x="0" y="163"/>
                    <a:pt x="0" y="362"/>
                  </a:cubicBezTo>
                  <a:lnTo>
                    <a:pt x="0" y="529"/>
                  </a:lnTo>
                  <a:cubicBezTo>
                    <a:pt x="0" y="730"/>
                    <a:pt x="160" y="892"/>
                    <a:pt x="361" y="897"/>
                  </a:cubicBezTo>
                  <a:cubicBezTo>
                    <a:pt x="3267" y="953"/>
                    <a:pt x="6173" y="981"/>
                    <a:pt x="9078" y="981"/>
                  </a:cubicBezTo>
                  <a:cubicBezTo>
                    <a:pt x="11983" y="981"/>
                    <a:pt x="14888" y="953"/>
                    <a:pt x="17792" y="897"/>
                  </a:cubicBezTo>
                  <a:cubicBezTo>
                    <a:pt x="17990" y="892"/>
                    <a:pt x="18152" y="730"/>
                    <a:pt x="18152" y="529"/>
                  </a:cubicBezTo>
                  <a:lnTo>
                    <a:pt x="18152" y="362"/>
                  </a:lnTo>
                  <a:cubicBezTo>
                    <a:pt x="18152" y="163"/>
                    <a:pt x="17993" y="1"/>
                    <a:pt x="17794"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7"/>
            <p:cNvSpPr/>
            <p:nvPr/>
          </p:nvSpPr>
          <p:spPr>
            <a:xfrm>
              <a:off x="1301750" y="4141175"/>
              <a:ext cx="454050" cy="37350"/>
            </a:xfrm>
            <a:custGeom>
              <a:rect b="b" l="l" r="r" t="t"/>
              <a:pathLst>
                <a:path extrusionOk="0" h="1494" w="18162">
                  <a:moveTo>
                    <a:pt x="316" y="1"/>
                  </a:moveTo>
                  <a:cubicBezTo>
                    <a:pt x="145" y="1"/>
                    <a:pt x="1" y="144"/>
                    <a:pt x="5" y="321"/>
                  </a:cubicBezTo>
                  <a:lnTo>
                    <a:pt x="5" y="491"/>
                  </a:lnTo>
                  <a:cubicBezTo>
                    <a:pt x="10" y="694"/>
                    <a:pt x="162" y="869"/>
                    <a:pt x="364" y="901"/>
                  </a:cubicBezTo>
                  <a:cubicBezTo>
                    <a:pt x="3256" y="1296"/>
                    <a:pt x="6169" y="1493"/>
                    <a:pt x="9081" y="1493"/>
                  </a:cubicBezTo>
                  <a:cubicBezTo>
                    <a:pt x="11994" y="1493"/>
                    <a:pt x="14906" y="1296"/>
                    <a:pt x="17799" y="901"/>
                  </a:cubicBezTo>
                  <a:cubicBezTo>
                    <a:pt x="18000" y="866"/>
                    <a:pt x="18150" y="694"/>
                    <a:pt x="18157" y="491"/>
                  </a:cubicBezTo>
                  <a:lnTo>
                    <a:pt x="18157" y="321"/>
                  </a:lnTo>
                  <a:cubicBezTo>
                    <a:pt x="18162" y="144"/>
                    <a:pt x="18018" y="1"/>
                    <a:pt x="17845" y="1"/>
                  </a:cubicBezTo>
                  <a:cubicBezTo>
                    <a:pt x="17829" y="1"/>
                    <a:pt x="17813" y="2"/>
                    <a:pt x="17797" y="5"/>
                  </a:cubicBezTo>
                  <a:cubicBezTo>
                    <a:pt x="14901" y="343"/>
                    <a:pt x="11991" y="513"/>
                    <a:pt x="9081" y="513"/>
                  </a:cubicBezTo>
                  <a:cubicBezTo>
                    <a:pt x="6171" y="513"/>
                    <a:pt x="3260" y="343"/>
                    <a:pt x="364" y="5"/>
                  </a:cubicBezTo>
                  <a:cubicBezTo>
                    <a:pt x="347" y="2"/>
                    <a:pt x="332" y="1"/>
                    <a:pt x="316"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7"/>
            <p:cNvSpPr/>
            <p:nvPr/>
          </p:nvSpPr>
          <p:spPr>
            <a:xfrm>
              <a:off x="1416450" y="4021625"/>
              <a:ext cx="22400" cy="146700"/>
            </a:xfrm>
            <a:custGeom>
              <a:rect b="b" l="l" r="r" t="t"/>
              <a:pathLst>
                <a:path extrusionOk="0" h="5868" w="896">
                  <a:moveTo>
                    <a:pt x="368" y="0"/>
                  </a:moveTo>
                  <a:cubicBezTo>
                    <a:pt x="169" y="0"/>
                    <a:pt x="7" y="172"/>
                    <a:pt x="7" y="388"/>
                  </a:cubicBezTo>
                  <a:cubicBezTo>
                    <a:pt x="5" y="2170"/>
                    <a:pt x="2" y="3662"/>
                    <a:pt x="0" y="5444"/>
                  </a:cubicBezTo>
                  <a:cubicBezTo>
                    <a:pt x="0" y="5658"/>
                    <a:pt x="162" y="5845"/>
                    <a:pt x="361" y="5857"/>
                  </a:cubicBezTo>
                  <a:cubicBezTo>
                    <a:pt x="415" y="5859"/>
                    <a:pt x="471" y="5864"/>
                    <a:pt x="528" y="5867"/>
                  </a:cubicBezTo>
                  <a:cubicBezTo>
                    <a:pt x="535" y="5867"/>
                    <a:pt x="542" y="5867"/>
                    <a:pt x="548" y="5867"/>
                  </a:cubicBezTo>
                  <a:cubicBezTo>
                    <a:pt x="738" y="5867"/>
                    <a:pt x="889" y="5705"/>
                    <a:pt x="889" y="5496"/>
                  </a:cubicBezTo>
                  <a:cubicBezTo>
                    <a:pt x="891" y="3697"/>
                    <a:pt x="893" y="2190"/>
                    <a:pt x="896" y="393"/>
                  </a:cubicBezTo>
                  <a:cubicBezTo>
                    <a:pt x="896" y="174"/>
                    <a:pt x="734" y="0"/>
                    <a:pt x="535" y="0"/>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7"/>
            <p:cNvSpPr/>
            <p:nvPr/>
          </p:nvSpPr>
          <p:spPr>
            <a:xfrm>
              <a:off x="1618700" y="4021625"/>
              <a:ext cx="22425" cy="146700"/>
            </a:xfrm>
            <a:custGeom>
              <a:rect b="b" l="l" r="r" t="t"/>
              <a:pathLst>
                <a:path extrusionOk="0" h="5868" w="897">
                  <a:moveTo>
                    <a:pt x="361" y="0"/>
                  </a:moveTo>
                  <a:cubicBezTo>
                    <a:pt x="163" y="0"/>
                    <a:pt x="1" y="174"/>
                    <a:pt x="1" y="393"/>
                  </a:cubicBezTo>
                  <a:cubicBezTo>
                    <a:pt x="3" y="2190"/>
                    <a:pt x="5" y="3697"/>
                    <a:pt x="8" y="5496"/>
                  </a:cubicBezTo>
                  <a:cubicBezTo>
                    <a:pt x="8" y="5705"/>
                    <a:pt x="157" y="5867"/>
                    <a:pt x="348" y="5867"/>
                  </a:cubicBezTo>
                  <a:cubicBezTo>
                    <a:pt x="355" y="5867"/>
                    <a:pt x="362" y="5867"/>
                    <a:pt x="369" y="5867"/>
                  </a:cubicBezTo>
                  <a:lnTo>
                    <a:pt x="536" y="5857"/>
                  </a:lnTo>
                  <a:cubicBezTo>
                    <a:pt x="734" y="5845"/>
                    <a:pt x="897" y="5660"/>
                    <a:pt x="897" y="5444"/>
                  </a:cubicBezTo>
                  <a:cubicBezTo>
                    <a:pt x="894" y="3662"/>
                    <a:pt x="892" y="2170"/>
                    <a:pt x="889" y="388"/>
                  </a:cubicBezTo>
                  <a:cubicBezTo>
                    <a:pt x="889" y="172"/>
                    <a:pt x="727" y="0"/>
                    <a:pt x="528" y="0"/>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7"/>
            <p:cNvSpPr/>
            <p:nvPr/>
          </p:nvSpPr>
          <p:spPr>
            <a:xfrm>
              <a:off x="1301875" y="4014425"/>
              <a:ext cx="22300" cy="147825"/>
            </a:xfrm>
            <a:custGeom>
              <a:rect b="b" l="l" r="r" t="t"/>
              <a:pathLst>
                <a:path extrusionOk="0" h="5913" w="892">
                  <a:moveTo>
                    <a:pt x="361" y="1"/>
                  </a:moveTo>
                  <a:cubicBezTo>
                    <a:pt x="162" y="1"/>
                    <a:pt x="0" y="163"/>
                    <a:pt x="0" y="362"/>
                  </a:cubicBezTo>
                  <a:lnTo>
                    <a:pt x="0" y="5475"/>
                  </a:lnTo>
                  <a:cubicBezTo>
                    <a:pt x="5" y="5681"/>
                    <a:pt x="157" y="5853"/>
                    <a:pt x="359" y="5885"/>
                  </a:cubicBezTo>
                  <a:lnTo>
                    <a:pt x="525" y="5909"/>
                  </a:lnTo>
                  <a:cubicBezTo>
                    <a:pt x="542" y="5911"/>
                    <a:pt x="557" y="5912"/>
                    <a:pt x="573" y="5912"/>
                  </a:cubicBezTo>
                  <a:cubicBezTo>
                    <a:pt x="749" y="5912"/>
                    <a:pt x="884" y="5775"/>
                    <a:pt x="884" y="5588"/>
                  </a:cubicBezTo>
                  <a:cubicBezTo>
                    <a:pt x="886" y="3752"/>
                    <a:pt x="889" y="2205"/>
                    <a:pt x="889" y="369"/>
                  </a:cubicBezTo>
                  <a:cubicBezTo>
                    <a:pt x="891" y="168"/>
                    <a:pt x="729" y="3"/>
                    <a:pt x="528"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7"/>
            <p:cNvSpPr/>
            <p:nvPr/>
          </p:nvSpPr>
          <p:spPr>
            <a:xfrm>
              <a:off x="1733400" y="4014425"/>
              <a:ext cx="22300" cy="147800"/>
            </a:xfrm>
            <a:custGeom>
              <a:rect b="b" l="l" r="r" t="t"/>
              <a:pathLst>
                <a:path extrusionOk="0" h="5912" w="892">
                  <a:moveTo>
                    <a:pt x="364" y="1"/>
                  </a:moveTo>
                  <a:cubicBezTo>
                    <a:pt x="162" y="1"/>
                    <a:pt x="0" y="168"/>
                    <a:pt x="3" y="369"/>
                  </a:cubicBezTo>
                  <a:cubicBezTo>
                    <a:pt x="3" y="2205"/>
                    <a:pt x="5" y="3752"/>
                    <a:pt x="5" y="5588"/>
                  </a:cubicBezTo>
                  <a:cubicBezTo>
                    <a:pt x="5" y="5776"/>
                    <a:pt x="144" y="5912"/>
                    <a:pt x="322" y="5912"/>
                  </a:cubicBezTo>
                  <a:cubicBezTo>
                    <a:pt x="336" y="5912"/>
                    <a:pt x="351" y="5911"/>
                    <a:pt x="366" y="5909"/>
                  </a:cubicBezTo>
                  <a:lnTo>
                    <a:pt x="533" y="5887"/>
                  </a:lnTo>
                  <a:cubicBezTo>
                    <a:pt x="737" y="5855"/>
                    <a:pt x="886" y="5681"/>
                    <a:pt x="891" y="5477"/>
                  </a:cubicBezTo>
                  <a:lnTo>
                    <a:pt x="891" y="362"/>
                  </a:lnTo>
                  <a:cubicBezTo>
                    <a:pt x="891" y="163"/>
                    <a:pt x="732" y="1"/>
                    <a:pt x="533" y="1"/>
                  </a:cubicBezTo>
                  <a:close/>
                </a:path>
              </a:pathLst>
            </a:custGeom>
            <a:solidFill>
              <a:srgbClr val="1D2C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7"/>
            <p:cNvSpPr/>
            <p:nvPr/>
          </p:nvSpPr>
          <p:spPr>
            <a:xfrm>
              <a:off x="1303025" y="4433700"/>
              <a:ext cx="458200" cy="382575"/>
            </a:xfrm>
            <a:custGeom>
              <a:rect b="b" l="l" r="r" t="t"/>
              <a:pathLst>
                <a:path extrusionOk="0" h="15303" w="18328">
                  <a:moveTo>
                    <a:pt x="8863" y="0"/>
                  </a:moveTo>
                  <a:cubicBezTo>
                    <a:pt x="5532" y="0"/>
                    <a:pt x="2457" y="927"/>
                    <a:pt x="1" y="2158"/>
                  </a:cubicBezTo>
                  <a:cubicBezTo>
                    <a:pt x="428" y="2931"/>
                    <a:pt x="2568" y="7288"/>
                    <a:pt x="180" y="13160"/>
                  </a:cubicBezTo>
                  <a:cubicBezTo>
                    <a:pt x="2608" y="14362"/>
                    <a:pt x="5624" y="15246"/>
                    <a:pt x="8904" y="15300"/>
                  </a:cubicBezTo>
                  <a:cubicBezTo>
                    <a:pt x="9001" y="15302"/>
                    <a:pt x="9099" y="15302"/>
                    <a:pt x="9196" y="15302"/>
                  </a:cubicBezTo>
                  <a:cubicBezTo>
                    <a:pt x="12403" y="15302"/>
                    <a:pt x="15374" y="14445"/>
                    <a:pt x="17782" y="13280"/>
                  </a:cubicBezTo>
                  <a:cubicBezTo>
                    <a:pt x="15671" y="7497"/>
                    <a:pt x="17790" y="3297"/>
                    <a:pt x="18327" y="2371"/>
                  </a:cubicBezTo>
                  <a:cubicBezTo>
                    <a:pt x="15828" y="1056"/>
                    <a:pt x="12642" y="61"/>
                    <a:pt x="9157" y="3"/>
                  </a:cubicBezTo>
                  <a:cubicBezTo>
                    <a:pt x="9059" y="1"/>
                    <a:pt x="8961" y="0"/>
                    <a:pt x="8863" y="0"/>
                  </a:cubicBezTo>
                  <a:close/>
                </a:path>
              </a:pathLst>
            </a:custGeom>
            <a:solidFill>
              <a:srgbClr val="B85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7"/>
            <p:cNvSpPr/>
            <p:nvPr/>
          </p:nvSpPr>
          <p:spPr>
            <a:xfrm>
              <a:off x="1779725" y="4528675"/>
              <a:ext cx="117225" cy="195250"/>
            </a:xfrm>
            <a:custGeom>
              <a:rect b="b" l="l" r="r" t="t"/>
              <a:pathLst>
                <a:path extrusionOk="0" h="7810" w="4689">
                  <a:moveTo>
                    <a:pt x="1549" y="1"/>
                  </a:moveTo>
                  <a:cubicBezTo>
                    <a:pt x="1" y="3715"/>
                    <a:pt x="1221" y="7036"/>
                    <a:pt x="1549" y="7809"/>
                  </a:cubicBezTo>
                  <a:cubicBezTo>
                    <a:pt x="3491" y="6422"/>
                    <a:pt x="4657" y="4969"/>
                    <a:pt x="4672" y="4095"/>
                  </a:cubicBezTo>
                  <a:cubicBezTo>
                    <a:pt x="4689" y="3018"/>
                    <a:pt x="3523" y="1452"/>
                    <a:pt x="1549" y="1"/>
                  </a:cubicBezTo>
                  <a:close/>
                </a:path>
              </a:pathLst>
            </a:custGeom>
            <a:solidFill>
              <a:srgbClr val="B85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7"/>
            <p:cNvSpPr/>
            <p:nvPr/>
          </p:nvSpPr>
          <p:spPr>
            <a:xfrm>
              <a:off x="1160600" y="4522175"/>
              <a:ext cx="120125" cy="197625"/>
            </a:xfrm>
            <a:custGeom>
              <a:rect b="b" l="l" r="r" t="t"/>
              <a:pathLst>
                <a:path extrusionOk="0" h="7905" w="4805">
                  <a:moveTo>
                    <a:pt x="3359" y="1"/>
                  </a:moveTo>
                  <a:lnTo>
                    <a:pt x="3359" y="1"/>
                  </a:lnTo>
                  <a:cubicBezTo>
                    <a:pt x="1287" y="1432"/>
                    <a:pt x="32" y="2961"/>
                    <a:pt x="18" y="3869"/>
                  </a:cubicBezTo>
                  <a:cubicBezTo>
                    <a:pt x="1" y="4932"/>
                    <a:pt x="1135" y="6469"/>
                    <a:pt x="3059" y="7905"/>
                  </a:cubicBezTo>
                  <a:cubicBezTo>
                    <a:pt x="3413" y="7159"/>
                    <a:pt x="4804" y="3830"/>
                    <a:pt x="3359" y="1"/>
                  </a:cubicBezTo>
                  <a:close/>
                </a:path>
              </a:pathLst>
            </a:custGeom>
            <a:solidFill>
              <a:srgbClr val="B85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7"/>
            <p:cNvSpPr/>
            <p:nvPr/>
          </p:nvSpPr>
          <p:spPr>
            <a:xfrm>
              <a:off x="1694800" y="4492975"/>
              <a:ext cx="123675" cy="272725"/>
            </a:xfrm>
            <a:custGeom>
              <a:rect b="b" l="l" r="r" t="t"/>
              <a:pathLst>
                <a:path extrusionOk="0" h="10909" w="4947">
                  <a:moveTo>
                    <a:pt x="2656" y="0"/>
                  </a:moveTo>
                  <a:cubicBezTo>
                    <a:pt x="2119" y="926"/>
                    <a:pt x="0" y="5126"/>
                    <a:pt x="2111" y="10909"/>
                  </a:cubicBezTo>
                  <a:cubicBezTo>
                    <a:pt x="3103" y="10435"/>
                    <a:pt x="4051" y="9875"/>
                    <a:pt x="4946" y="9237"/>
                  </a:cubicBezTo>
                  <a:cubicBezTo>
                    <a:pt x="4618" y="8464"/>
                    <a:pt x="3398" y="5143"/>
                    <a:pt x="4946" y="1429"/>
                  </a:cubicBezTo>
                  <a:cubicBezTo>
                    <a:pt x="4220" y="896"/>
                    <a:pt x="3454" y="418"/>
                    <a:pt x="2656" y="0"/>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7"/>
            <p:cNvSpPr/>
            <p:nvPr/>
          </p:nvSpPr>
          <p:spPr>
            <a:xfrm>
              <a:off x="1237075" y="4487625"/>
              <a:ext cx="130175" cy="275075"/>
            </a:xfrm>
            <a:custGeom>
              <a:rect b="b" l="l" r="r" t="t"/>
              <a:pathLst>
                <a:path extrusionOk="0" h="11003" w="5207">
                  <a:moveTo>
                    <a:pt x="2639" y="1"/>
                  </a:moveTo>
                  <a:cubicBezTo>
                    <a:pt x="1829" y="406"/>
                    <a:pt x="1046" y="867"/>
                    <a:pt x="300" y="1380"/>
                  </a:cubicBezTo>
                  <a:cubicBezTo>
                    <a:pt x="1745" y="5212"/>
                    <a:pt x="354" y="8541"/>
                    <a:pt x="0" y="9284"/>
                  </a:cubicBezTo>
                  <a:cubicBezTo>
                    <a:pt x="886" y="9942"/>
                    <a:pt x="1829" y="10517"/>
                    <a:pt x="2818" y="11003"/>
                  </a:cubicBezTo>
                  <a:cubicBezTo>
                    <a:pt x="5206" y="5131"/>
                    <a:pt x="3066" y="774"/>
                    <a:pt x="2639" y="1"/>
                  </a:cubicBezTo>
                  <a:close/>
                </a:path>
              </a:pathLst>
            </a:cu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7"/>
            <p:cNvSpPr/>
            <p:nvPr/>
          </p:nvSpPr>
          <p:spPr>
            <a:xfrm>
              <a:off x="1415400" y="4484325"/>
              <a:ext cx="242425" cy="41550"/>
            </a:xfrm>
            <a:custGeom>
              <a:rect b="b" l="l" r="r" t="t"/>
              <a:pathLst>
                <a:path extrusionOk="0" h="1662" w="9697">
                  <a:moveTo>
                    <a:pt x="5784" y="1"/>
                  </a:moveTo>
                  <a:cubicBezTo>
                    <a:pt x="4139" y="1"/>
                    <a:pt x="2151" y="204"/>
                    <a:pt x="319" y="935"/>
                  </a:cubicBezTo>
                  <a:cubicBezTo>
                    <a:pt x="0" y="1063"/>
                    <a:pt x="5" y="1517"/>
                    <a:pt x="327" y="1637"/>
                  </a:cubicBezTo>
                  <a:cubicBezTo>
                    <a:pt x="369" y="1653"/>
                    <a:pt x="414" y="1661"/>
                    <a:pt x="459" y="1661"/>
                  </a:cubicBezTo>
                  <a:cubicBezTo>
                    <a:pt x="506" y="1661"/>
                    <a:pt x="553" y="1653"/>
                    <a:pt x="597" y="1635"/>
                  </a:cubicBezTo>
                  <a:cubicBezTo>
                    <a:pt x="2309" y="951"/>
                    <a:pt x="4204" y="761"/>
                    <a:pt x="5780" y="761"/>
                  </a:cubicBezTo>
                  <a:cubicBezTo>
                    <a:pt x="7726" y="761"/>
                    <a:pt x="9184" y="1050"/>
                    <a:pt x="9210" y="1056"/>
                  </a:cubicBezTo>
                  <a:cubicBezTo>
                    <a:pt x="9235" y="1061"/>
                    <a:pt x="9261" y="1063"/>
                    <a:pt x="9286" y="1063"/>
                  </a:cubicBezTo>
                  <a:cubicBezTo>
                    <a:pt x="9461" y="1063"/>
                    <a:pt x="9618" y="940"/>
                    <a:pt x="9654" y="764"/>
                  </a:cubicBezTo>
                  <a:cubicBezTo>
                    <a:pt x="9696" y="560"/>
                    <a:pt x="9566" y="361"/>
                    <a:pt x="9362" y="319"/>
                  </a:cubicBezTo>
                  <a:cubicBezTo>
                    <a:pt x="9251" y="297"/>
                    <a:pt x="7767" y="1"/>
                    <a:pt x="5784"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7"/>
            <p:cNvSpPr/>
            <p:nvPr/>
          </p:nvSpPr>
          <p:spPr>
            <a:xfrm>
              <a:off x="1432275" y="4475625"/>
              <a:ext cx="31750" cy="66725"/>
            </a:xfrm>
            <a:custGeom>
              <a:rect b="b" l="l" r="r" t="t"/>
              <a:pathLst>
                <a:path extrusionOk="0" h="2669" w="1270">
                  <a:moveTo>
                    <a:pt x="320" y="0"/>
                  </a:moveTo>
                  <a:cubicBezTo>
                    <a:pt x="264" y="0"/>
                    <a:pt x="207" y="17"/>
                    <a:pt x="157" y="51"/>
                  </a:cubicBezTo>
                  <a:cubicBezTo>
                    <a:pt x="32" y="142"/>
                    <a:pt x="0" y="316"/>
                    <a:pt x="91" y="444"/>
                  </a:cubicBezTo>
                  <a:cubicBezTo>
                    <a:pt x="693" y="1296"/>
                    <a:pt x="643" y="2356"/>
                    <a:pt x="643" y="2371"/>
                  </a:cubicBezTo>
                  <a:cubicBezTo>
                    <a:pt x="636" y="2494"/>
                    <a:pt x="710" y="2607"/>
                    <a:pt x="825" y="2651"/>
                  </a:cubicBezTo>
                  <a:cubicBezTo>
                    <a:pt x="852" y="2661"/>
                    <a:pt x="879" y="2665"/>
                    <a:pt x="909" y="2668"/>
                  </a:cubicBezTo>
                  <a:cubicBezTo>
                    <a:pt x="913" y="2668"/>
                    <a:pt x="918" y="2668"/>
                    <a:pt x="922" y="2668"/>
                  </a:cubicBezTo>
                  <a:cubicBezTo>
                    <a:pt x="1071" y="2668"/>
                    <a:pt x="1198" y="2553"/>
                    <a:pt x="1206" y="2403"/>
                  </a:cubicBezTo>
                  <a:cubicBezTo>
                    <a:pt x="1208" y="2351"/>
                    <a:pt x="1269" y="1136"/>
                    <a:pt x="550" y="120"/>
                  </a:cubicBezTo>
                  <a:cubicBezTo>
                    <a:pt x="496" y="42"/>
                    <a:pt x="409" y="0"/>
                    <a:pt x="32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7"/>
            <p:cNvSpPr/>
            <p:nvPr/>
          </p:nvSpPr>
          <p:spPr>
            <a:xfrm>
              <a:off x="1474550" y="4468100"/>
              <a:ext cx="31625" cy="66575"/>
            </a:xfrm>
            <a:custGeom>
              <a:rect b="b" l="l" r="r" t="t"/>
              <a:pathLst>
                <a:path extrusionOk="0" h="2663" w="1265">
                  <a:moveTo>
                    <a:pt x="321" y="1"/>
                  </a:moveTo>
                  <a:cubicBezTo>
                    <a:pt x="264" y="1"/>
                    <a:pt x="207" y="18"/>
                    <a:pt x="158" y="53"/>
                  </a:cubicBezTo>
                  <a:cubicBezTo>
                    <a:pt x="32" y="141"/>
                    <a:pt x="1" y="313"/>
                    <a:pt x="86" y="441"/>
                  </a:cubicBezTo>
                  <a:cubicBezTo>
                    <a:pt x="685" y="1290"/>
                    <a:pt x="639" y="2350"/>
                    <a:pt x="639" y="2365"/>
                  </a:cubicBezTo>
                  <a:cubicBezTo>
                    <a:pt x="631" y="2488"/>
                    <a:pt x="705" y="2603"/>
                    <a:pt x="823" y="2645"/>
                  </a:cubicBezTo>
                  <a:lnTo>
                    <a:pt x="820" y="2645"/>
                  </a:lnTo>
                  <a:cubicBezTo>
                    <a:pt x="853" y="2657"/>
                    <a:pt x="886" y="2663"/>
                    <a:pt x="918" y="2663"/>
                  </a:cubicBezTo>
                  <a:cubicBezTo>
                    <a:pt x="1062" y="2663"/>
                    <a:pt x="1191" y="2551"/>
                    <a:pt x="1201" y="2397"/>
                  </a:cubicBezTo>
                  <a:cubicBezTo>
                    <a:pt x="1203" y="2345"/>
                    <a:pt x="1265" y="1130"/>
                    <a:pt x="545" y="114"/>
                  </a:cubicBezTo>
                  <a:cubicBezTo>
                    <a:pt x="491" y="40"/>
                    <a:pt x="406" y="1"/>
                    <a:pt x="3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7"/>
            <p:cNvSpPr/>
            <p:nvPr/>
          </p:nvSpPr>
          <p:spPr>
            <a:xfrm>
              <a:off x="1518500" y="4463700"/>
              <a:ext cx="31200" cy="67250"/>
            </a:xfrm>
            <a:custGeom>
              <a:rect b="b" l="l" r="r" t="t"/>
              <a:pathLst>
                <a:path extrusionOk="0" h="2690" w="1248">
                  <a:moveTo>
                    <a:pt x="321" y="1"/>
                  </a:moveTo>
                  <a:cubicBezTo>
                    <a:pt x="268" y="1"/>
                    <a:pt x="214" y="16"/>
                    <a:pt x="167" y="47"/>
                  </a:cubicBezTo>
                  <a:cubicBezTo>
                    <a:pt x="34" y="135"/>
                    <a:pt x="0" y="312"/>
                    <a:pt x="91" y="442"/>
                  </a:cubicBezTo>
                  <a:cubicBezTo>
                    <a:pt x="663" y="1309"/>
                    <a:pt x="584" y="2364"/>
                    <a:pt x="584" y="2384"/>
                  </a:cubicBezTo>
                  <a:cubicBezTo>
                    <a:pt x="572" y="2509"/>
                    <a:pt x="646" y="2627"/>
                    <a:pt x="766" y="2671"/>
                  </a:cubicBezTo>
                  <a:cubicBezTo>
                    <a:pt x="788" y="2681"/>
                    <a:pt x="815" y="2686"/>
                    <a:pt x="840" y="2688"/>
                  </a:cubicBezTo>
                  <a:cubicBezTo>
                    <a:pt x="849" y="2689"/>
                    <a:pt x="857" y="2690"/>
                    <a:pt x="866" y="2690"/>
                  </a:cubicBezTo>
                  <a:cubicBezTo>
                    <a:pt x="1010" y="2690"/>
                    <a:pt x="1132" y="2579"/>
                    <a:pt x="1144" y="2433"/>
                  </a:cubicBezTo>
                  <a:cubicBezTo>
                    <a:pt x="1149" y="2381"/>
                    <a:pt x="1247" y="1169"/>
                    <a:pt x="560" y="131"/>
                  </a:cubicBezTo>
                  <a:cubicBezTo>
                    <a:pt x="505" y="46"/>
                    <a:pt x="414" y="1"/>
                    <a:pt x="32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7"/>
            <p:cNvSpPr/>
            <p:nvPr/>
          </p:nvSpPr>
          <p:spPr>
            <a:xfrm>
              <a:off x="1561375" y="4460975"/>
              <a:ext cx="29375" cy="67900"/>
            </a:xfrm>
            <a:custGeom>
              <a:rect b="b" l="l" r="r" t="t"/>
              <a:pathLst>
                <a:path extrusionOk="0" h="2716" w="1175">
                  <a:moveTo>
                    <a:pt x="322" y="0"/>
                  </a:moveTo>
                  <a:cubicBezTo>
                    <a:pt x="276" y="0"/>
                    <a:pt x="228" y="12"/>
                    <a:pt x="185" y="36"/>
                  </a:cubicBezTo>
                  <a:cubicBezTo>
                    <a:pt x="50" y="112"/>
                    <a:pt x="1" y="281"/>
                    <a:pt x="75" y="416"/>
                  </a:cubicBezTo>
                  <a:cubicBezTo>
                    <a:pt x="583" y="1325"/>
                    <a:pt x="426" y="2370"/>
                    <a:pt x="423" y="2390"/>
                  </a:cubicBezTo>
                  <a:cubicBezTo>
                    <a:pt x="401" y="2522"/>
                    <a:pt x="475" y="2650"/>
                    <a:pt x="602" y="2699"/>
                  </a:cubicBezTo>
                  <a:cubicBezTo>
                    <a:pt x="619" y="2704"/>
                    <a:pt x="637" y="2709"/>
                    <a:pt x="654" y="2711"/>
                  </a:cubicBezTo>
                  <a:cubicBezTo>
                    <a:pt x="669" y="2714"/>
                    <a:pt x="684" y="2715"/>
                    <a:pt x="699" y="2715"/>
                  </a:cubicBezTo>
                  <a:cubicBezTo>
                    <a:pt x="836" y="2715"/>
                    <a:pt x="956" y="2618"/>
                    <a:pt x="978" y="2478"/>
                  </a:cubicBezTo>
                  <a:cubicBezTo>
                    <a:pt x="988" y="2429"/>
                    <a:pt x="1174" y="1226"/>
                    <a:pt x="565" y="139"/>
                  </a:cubicBezTo>
                  <a:cubicBezTo>
                    <a:pt x="514" y="50"/>
                    <a:pt x="419" y="0"/>
                    <a:pt x="32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7"/>
            <p:cNvSpPr/>
            <p:nvPr/>
          </p:nvSpPr>
          <p:spPr>
            <a:xfrm>
              <a:off x="1604775" y="4461775"/>
              <a:ext cx="27325" cy="68625"/>
            </a:xfrm>
            <a:custGeom>
              <a:rect b="b" l="l" r="r" t="t"/>
              <a:pathLst>
                <a:path extrusionOk="0" h="2745" w="1093">
                  <a:moveTo>
                    <a:pt x="322" y="1"/>
                  </a:moveTo>
                  <a:cubicBezTo>
                    <a:pt x="283" y="1"/>
                    <a:pt x="244" y="9"/>
                    <a:pt x="207" y="26"/>
                  </a:cubicBezTo>
                  <a:cubicBezTo>
                    <a:pt x="64" y="90"/>
                    <a:pt x="0" y="257"/>
                    <a:pt x="67" y="399"/>
                  </a:cubicBezTo>
                  <a:cubicBezTo>
                    <a:pt x="496" y="1349"/>
                    <a:pt x="248" y="2382"/>
                    <a:pt x="246" y="2392"/>
                  </a:cubicBezTo>
                  <a:cubicBezTo>
                    <a:pt x="209" y="2532"/>
                    <a:pt x="285" y="2674"/>
                    <a:pt x="418" y="2726"/>
                  </a:cubicBezTo>
                  <a:cubicBezTo>
                    <a:pt x="427" y="2728"/>
                    <a:pt x="440" y="2733"/>
                    <a:pt x="450" y="2736"/>
                  </a:cubicBezTo>
                  <a:cubicBezTo>
                    <a:pt x="472" y="2741"/>
                    <a:pt x="495" y="2744"/>
                    <a:pt x="517" y="2744"/>
                  </a:cubicBezTo>
                  <a:cubicBezTo>
                    <a:pt x="643" y="2744"/>
                    <a:pt x="759" y="2659"/>
                    <a:pt x="791" y="2532"/>
                  </a:cubicBezTo>
                  <a:cubicBezTo>
                    <a:pt x="803" y="2481"/>
                    <a:pt x="1093" y="1300"/>
                    <a:pt x="580" y="166"/>
                  </a:cubicBezTo>
                  <a:cubicBezTo>
                    <a:pt x="531" y="62"/>
                    <a:pt x="429" y="1"/>
                    <a:pt x="32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7"/>
            <p:cNvSpPr/>
            <p:nvPr/>
          </p:nvSpPr>
          <p:spPr>
            <a:xfrm>
              <a:off x="1160600" y="4605025"/>
              <a:ext cx="735750" cy="211250"/>
            </a:xfrm>
            <a:custGeom>
              <a:rect b="b" l="l" r="r" t="t"/>
              <a:pathLst>
                <a:path extrusionOk="0" h="8450" w="29430">
                  <a:moveTo>
                    <a:pt x="148" y="1"/>
                  </a:moveTo>
                  <a:cubicBezTo>
                    <a:pt x="72" y="175"/>
                    <a:pt x="28" y="364"/>
                    <a:pt x="18" y="555"/>
                  </a:cubicBezTo>
                  <a:cubicBezTo>
                    <a:pt x="1" y="1618"/>
                    <a:pt x="1135" y="3155"/>
                    <a:pt x="3057" y="4591"/>
                  </a:cubicBezTo>
                  <a:cubicBezTo>
                    <a:pt x="3945" y="5246"/>
                    <a:pt x="4888" y="5821"/>
                    <a:pt x="5877" y="6307"/>
                  </a:cubicBezTo>
                  <a:cubicBezTo>
                    <a:pt x="8305" y="7509"/>
                    <a:pt x="11321" y="8393"/>
                    <a:pt x="14601" y="8447"/>
                  </a:cubicBezTo>
                  <a:cubicBezTo>
                    <a:pt x="14698" y="8449"/>
                    <a:pt x="14796" y="8449"/>
                    <a:pt x="14893" y="8449"/>
                  </a:cubicBezTo>
                  <a:cubicBezTo>
                    <a:pt x="18100" y="8449"/>
                    <a:pt x="21071" y="7592"/>
                    <a:pt x="23479" y="6427"/>
                  </a:cubicBezTo>
                  <a:cubicBezTo>
                    <a:pt x="24471" y="5953"/>
                    <a:pt x="25419" y="5393"/>
                    <a:pt x="26314" y="4755"/>
                  </a:cubicBezTo>
                  <a:cubicBezTo>
                    <a:pt x="28185" y="3420"/>
                    <a:pt x="29334" y="2023"/>
                    <a:pt x="29429" y="1140"/>
                  </a:cubicBezTo>
                  <a:lnTo>
                    <a:pt x="29429" y="1140"/>
                  </a:lnTo>
                  <a:cubicBezTo>
                    <a:pt x="27596" y="2924"/>
                    <a:pt x="24861" y="3356"/>
                    <a:pt x="22372" y="4041"/>
                  </a:cubicBezTo>
                  <a:cubicBezTo>
                    <a:pt x="21064" y="4355"/>
                    <a:pt x="19861" y="4527"/>
                    <a:pt x="18560" y="4704"/>
                  </a:cubicBezTo>
                  <a:cubicBezTo>
                    <a:pt x="17512" y="4828"/>
                    <a:pt x="16496" y="4880"/>
                    <a:pt x="15455" y="4880"/>
                  </a:cubicBezTo>
                  <a:cubicBezTo>
                    <a:pt x="15165" y="4880"/>
                    <a:pt x="14872" y="4876"/>
                    <a:pt x="14576" y="4868"/>
                  </a:cubicBezTo>
                  <a:cubicBezTo>
                    <a:pt x="13830" y="4849"/>
                    <a:pt x="13155" y="4763"/>
                    <a:pt x="12384" y="4684"/>
                  </a:cubicBezTo>
                  <a:cubicBezTo>
                    <a:pt x="7824" y="4154"/>
                    <a:pt x="3825" y="2377"/>
                    <a:pt x="148" y="1"/>
                  </a:cubicBezTo>
                  <a:close/>
                </a:path>
              </a:pathLst>
            </a:custGeom>
            <a:solidFill>
              <a:srgbClr val="000000">
                <a:alpha val="268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7"/>
            <p:cNvSpPr/>
            <p:nvPr/>
          </p:nvSpPr>
          <p:spPr>
            <a:xfrm>
              <a:off x="1715850" y="4447150"/>
              <a:ext cx="282600" cy="297350"/>
            </a:xfrm>
            <a:custGeom>
              <a:rect b="b" l="l" r="r" t="t"/>
              <a:pathLst>
                <a:path extrusionOk="0" h="11894" w="11304">
                  <a:moveTo>
                    <a:pt x="2843" y="1"/>
                  </a:moveTo>
                  <a:cubicBezTo>
                    <a:pt x="2222" y="1"/>
                    <a:pt x="1540" y="340"/>
                    <a:pt x="1493" y="947"/>
                  </a:cubicBezTo>
                  <a:cubicBezTo>
                    <a:pt x="1461" y="1315"/>
                    <a:pt x="1679" y="1657"/>
                    <a:pt x="1915" y="1939"/>
                  </a:cubicBezTo>
                  <a:cubicBezTo>
                    <a:pt x="2416" y="2538"/>
                    <a:pt x="3047" y="3016"/>
                    <a:pt x="3756" y="3343"/>
                  </a:cubicBezTo>
                  <a:cubicBezTo>
                    <a:pt x="3243" y="3135"/>
                    <a:pt x="2698" y="3028"/>
                    <a:pt x="2147" y="3028"/>
                  </a:cubicBezTo>
                  <a:cubicBezTo>
                    <a:pt x="2028" y="3028"/>
                    <a:pt x="1909" y="3033"/>
                    <a:pt x="1790" y="3043"/>
                  </a:cubicBezTo>
                  <a:cubicBezTo>
                    <a:pt x="1493" y="3068"/>
                    <a:pt x="1186" y="3129"/>
                    <a:pt x="948" y="3306"/>
                  </a:cubicBezTo>
                  <a:cubicBezTo>
                    <a:pt x="707" y="3483"/>
                    <a:pt x="553" y="3802"/>
                    <a:pt x="641" y="4087"/>
                  </a:cubicBezTo>
                  <a:cubicBezTo>
                    <a:pt x="712" y="4317"/>
                    <a:pt x="923" y="4475"/>
                    <a:pt x="1127" y="4607"/>
                  </a:cubicBezTo>
                  <a:cubicBezTo>
                    <a:pt x="1871" y="5091"/>
                    <a:pt x="2688" y="5447"/>
                    <a:pt x="3550" y="5660"/>
                  </a:cubicBezTo>
                  <a:cubicBezTo>
                    <a:pt x="3274" y="5632"/>
                    <a:pt x="2997" y="5619"/>
                    <a:pt x="2721" y="5619"/>
                  </a:cubicBezTo>
                  <a:cubicBezTo>
                    <a:pt x="2236" y="5619"/>
                    <a:pt x="1752" y="5661"/>
                    <a:pt x="1274" y="5744"/>
                  </a:cubicBezTo>
                  <a:cubicBezTo>
                    <a:pt x="931" y="5805"/>
                    <a:pt x="538" y="5933"/>
                    <a:pt x="422" y="6262"/>
                  </a:cubicBezTo>
                  <a:cubicBezTo>
                    <a:pt x="327" y="6532"/>
                    <a:pt x="472" y="6838"/>
                    <a:pt x="692" y="7018"/>
                  </a:cubicBezTo>
                  <a:cubicBezTo>
                    <a:pt x="916" y="7199"/>
                    <a:pt x="1198" y="7283"/>
                    <a:pt x="1473" y="7359"/>
                  </a:cubicBezTo>
                  <a:lnTo>
                    <a:pt x="2956" y="7781"/>
                  </a:lnTo>
                  <a:cubicBezTo>
                    <a:pt x="2462" y="8066"/>
                    <a:pt x="1861" y="8053"/>
                    <a:pt x="1301" y="8157"/>
                  </a:cubicBezTo>
                  <a:cubicBezTo>
                    <a:pt x="739" y="8260"/>
                    <a:pt x="130" y="8569"/>
                    <a:pt x="20" y="9126"/>
                  </a:cubicBezTo>
                  <a:cubicBezTo>
                    <a:pt x="0" y="9232"/>
                    <a:pt x="0" y="9345"/>
                    <a:pt x="49" y="9440"/>
                  </a:cubicBezTo>
                  <a:cubicBezTo>
                    <a:pt x="94" y="9529"/>
                    <a:pt x="177" y="9590"/>
                    <a:pt x="258" y="9649"/>
                  </a:cubicBezTo>
                  <a:cubicBezTo>
                    <a:pt x="690" y="9951"/>
                    <a:pt x="1171" y="10182"/>
                    <a:pt x="1679" y="10331"/>
                  </a:cubicBezTo>
                  <a:cubicBezTo>
                    <a:pt x="2403" y="10542"/>
                    <a:pt x="3174" y="10584"/>
                    <a:pt x="3891" y="10825"/>
                  </a:cubicBezTo>
                  <a:cubicBezTo>
                    <a:pt x="4588" y="11060"/>
                    <a:pt x="5214" y="11478"/>
                    <a:pt x="5916" y="11696"/>
                  </a:cubicBezTo>
                  <a:cubicBezTo>
                    <a:pt x="6389" y="11842"/>
                    <a:pt x="6878" y="11893"/>
                    <a:pt x="7373" y="11893"/>
                  </a:cubicBezTo>
                  <a:cubicBezTo>
                    <a:pt x="7943" y="11893"/>
                    <a:pt x="8519" y="11826"/>
                    <a:pt x="9085" y="11758"/>
                  </a:cubicBezTo>
                  <a:cubicBezTo>
                    <a:pt x="9311" y="11728"/>
                    <a:pt x="9544" y="11699"/>
                    <a:pt x="9745" y="11591"/>
                  </a:cubicBezTo>
                  <a:cubicBezTo>
                    <a:pt x="10251" y="11318"/>
                    <a:pt x="10386" y="10653"/>
                    <a:pt x="10366" y="10079"/>
                  </a:cubicBezTo>
                  <a:cubicBezTo>
                    <a:pt x="10342" y="9391"/>
                    <a:pt x="10612" y="6296"/>
                    <a:pt x="10612" y="6296"/>
                  </a:cubicBezTo>
                  <a:cubicBezTo>
                    <a:pt x="10612" y="6296"/>
                    <a:pt x="11304" y="3441"/>
                    <a:pt x="8702" y="2749"/>
                  </a:cubicBezTo>
                  <a:cubicBezTo>
                    <a:pt x="7732" y="2489"/>
                    <a:pt x="6746" y="1998"/>
                    <a:pt x="5872" y="1441"/>
                  </a:cubicBezTo>
                  <a:cubicBezTo>
                    <a:pt x="4956" y="856"/>
                    <a:pt x="4070" y="103"/>
                    <a:pt x="2990" y="7"/>
                  </a:cubicBezTo>
                  <a:cubicBezTo>
                    <a:pt x="2942" y="3"/>
                    <a:pt x="2893" y="1"/>
                    <a:pt x="2843" y="1"/>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7"/>
            <p:cNvSpPr/>
            <p:nvPr/>
          </p:nvSpPr>
          <p:spPr>
            <a:xfrm>
              <a:off x="1967150" y="4555775"/>
              <a:ext cx="231975" cy="190575"/>
            </a:xfrm>
            <a:custGeom>
              <a:rect b="b" l="l" r="r" t="t"/>
              <a:pathLst>
                <a:path extrusionOk="0" h="7623" w="9279">
                  <a:moveTo>
                    <a:pt x="509" y="1"/>
                  </a:moveTo>
                  <a:cubicBezTo>
                    <a:pt x="473" y="1"/>
                    <a:pt x="438" y="9"/>
                    <a:pt x="403" y="26"/>
                  </a:cubicBezTo>
                  <a:cubicBezTo>
                    <a:pt x="0" y="228"/>
                    <a:pt x="508" y="1367"/>
                    <a:pt x="633" y="1656"/>
                  </a:cubicBezTo>
                  <a:cubicBezTo>
                    <a:pt x="695" y="1799"/>
                    <a:pt x="766" y="1944"/>
                    <a:pt x="788" y="2096"/>
                  </a:cubicBezTo>
                  <a:cubicBezTo>
                    <a:pt x="810" y="2238"/>
                    <a:pt x="788" y="2383"/>
                    <a:pt x="771" y="2525"/>
                  </a:cubicBezTo>
                  <a:cubicBezTo>
                    <a:pt x="663" y="3377"/>
                    <a:pt x="609" y="4251"/>
                    <a:pt x="803" y="5086"/>
                  </a:cubicBezTo>
                  <a:cubicBezTo>
                    <a:pt x="999" y="5923"/>
                    <a:pt x="1468" y="6725"/>
                    <a:pt x="2204" y="7165"/>
                  </a:cubicBezTo>
                  <a:cubicBezTo>
                    <a:pt x="2825" y="7533"/>
                    <a:pt x="3552" y="7623"/>
                    <a:pt x="4275" y="7623"/>
                  </a:cubicBezTo>
                  <a:cubicBezTo>
                    <a:pt x="4664" y="7623"/>
                    <a:pt x="5052" y="7597"/>
                    <a:pt x="5422" y="7575"/>
                  </a:cubicBezTo>
                  <a:cubicBezTo>
                    <a:pt x="6458" y="7513"/>
                    <a:pt x="7496" y="7481"/>
                    <a:pt x="8533" y="7481"/>
                  </a:cubicBezTo>
                  <a:cubicBezTo>
                    <a:pt x="8782" y="7481"/>
                    <a:pt x="9030" y="7482"/>
                    <a:pt x="9279" y="7486"/>
                  </a:cubicBezTo>
                  <a:lnTo>
                    <a:pt x="9011" y="5390"/>
                  </a:lnTo>
                  <a:cubicBezTo>
                    <a:pt x="8952" y="4931"/>
                    <a:pt x="8893" y="4472"/>
                    <a:pt x="8788" y="4023"/>
                  </a:cubicBezTo>
                  <a:cubicBezTo>
                    <a:pt x="8596" y="3222"/>
                    <a:pt x="8253" y="2415"/>
                    <a:pt x="7590" y="1904"/>
                  </a:cubicBezTo>
                  <a:cubicBezTo>
                    <a:pt x="6942" y="1408"/>
                    <a:pt x="6139" y="1134"/>
                    <a:pt x="5344" y="984"/>
                  </a:cubicBezTo>
                  <a:cubicBezTo>
                    <a:pt x="4210" y="770"/>
                    <a:pt x="3041" y="778"/>
                    <a:pt x="1910" y="554"/>
                  </a:cubicBezTo>
                  <a:cubicBezTo>
                    <a:pt x="1615" y="498"/>
                    <a:pt x="1316" y="417"/>
                    <a:pt x="1043" y="284"/>
                  </a:cubicBezTo>
                  <a:cubicBezTo>
                    <a:pt x="891" y="208"/>
                    <a:pt x="696" y="1"/>
                    <a:pt x="509" y="1"/>
                  </a:cubicBezTo>
                  <a:close/>
                </a:path>
              </a:pathLst>
            </a:custGeom>
            <a:solidFill>
              <a:srgbClr val="CF7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7"/>
            <p:cNvSpPr/>
            <p:nvPr/>
          </p:nvSpPr>
          <p:spPr>
            <a:xfrm>
              <a:off x="1903725" y="4529300"/>
              <a:ext cx="160775" cy="215450"/>
            </a:xfrm>
            <a:custGeom>
              <a:rect b="b" l="l" r="r" t="t"/>
              <a:pathLst>
                <a:path extrusionOk="0" h="8618" w="6431">
                  <a:moveTo>
                    <a:pt x="1245" y="0"/>
                  </a:moveTo>
                  <a:cubicBezTo>
                    <a:pt x="481" y="0"/>
                    <a:pt x="0" y="1491"/>
                    <a:pt x="151" y="2070"/>
                  </a:cubicBezTo>
                  <a:cubicBezTo>
                    <a:pt x="262" y="2487"/>
                    <a:pt x="561" y="2828"/>
                    <a:pt x="735" y="3221"/>
                  </a:cubicBezTo>
                  <a:cubicBezTo>
                    <a:pt x="1079" y="3999"/>
                    <a:pt x="910" y="4895"/>
                    <a:pt x="910" y="5747"/>
                  </a:cubicBezTo>
                  <a:cubicBezTo>
                    <a:pt x="910" y="6437"/>
                    <a:pt x="1027" y="7124"/>
                    <a:pt x="1258" y="7774"/>
                  </a:cubicBezTo>
                  <a:cubicBezTo>
                    <a:pt x="1320" y="7941"/>
                    <a:pt x="1391" y="8116"/>
                    <a:pt x="1526" y="8231"/>
                  </a:cubicBezTo>
                  <a:cubicBezTo>
                    <a:pt x="1763" y="8434"/>
                    <a:pt x="1900" y="8618"/>
                    <a:pt x="2166" y="8618"/>
                  </a:cubicBezTo>
                  <a:cubicBezTo>
                    <a:pt x="2203" y="8618"/>
                    <a:pt x="2242" y="8614"/>
                    <a:pt x="2284" y="8607"/>
                  </a:cubicBezTo>
                  <a:cubicBezTo>
                    <a:pt x="2691" y="8536"/>
                    <a:pt x="3262" y="8513"/>
                    <a:pt x="3843" y="8513"/>
                  </a:cubicBezTo>
                  <a:cubicBezTo>
                    <a:pt x="5004" y="8513"/>
                    <a:pt x="6204" y="8607"/>
                    <a:pt x="6204" y="8607"/>
                  </a:cubicBezTo>
                  <a:lnTo>
                    <a:pt x="6430" y="1805"/>
                  </a:lnTo>
                  <a:lnTo>
                    <a:pt x="6430" y="1805"/>
                  </a:lnTo>
                  <a:cubicBezTo>
                    <a:pt x="6335" y="1808"/>
                    <a:pt x="6235" y="1809"/>
                    <a:pt x="6132" y="1809"/>
                  </a:cubicBezTo>
                  <a:cubicBezTo>
                    <a:pt x="5085" y="1809"/>
                    <a:pt x="3701" y="1645"/>
                    <a:pt x="2979" y="995"/>
                  </a:cubicBezTo>
                  <a:cubicBezTo>
                    <a:pt x="2517" y="577"/>
                    <a:pt x="1889" y="23"/>
                    <a:pt x="1266" y="0"/>
                  </a:cubicBezTo>
                  <a:cubicBezTo>
                    <a:pt x="1259" y="0"/>
                    <a:pt x="1252" y="0"/>
                    <a:pt x="1245" y="0"/>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27"/>
            <p:cNvSpPr/>
            <p:nvPr/>
          </p:nvSpPr>
          <p:spPr>
            <a:xfrm>
              <a:off x="1122573" y="4423759"/>
              <a:ext cx="282675" cy="297375"/>
            </a:xfrm>
            <a:custGeom>
              <a:rect b="b" l="l" r="r" t="t"/>
              <a:pathLst>
                <a:path extrusionOk="0" h="11895" w="11307">
                  <a:moveTo>
                    <a:pt x="8461" y="0"/>
                  </a:moveTo>
                  <a:cubicBezTo>
                    <a:pt x="8412" y="0"/>
                    <a:pt x="8363" y="2"/>
                    <a:pt x="8315" y="7"/>
                  </a:cubicBezTo>
                  <a:cubicBezTo>
                    <a:pt x="7235" y="102"/>
                    <a:pt x="6349" y="856"/>
                    <a:pt x="5435" y="1440"/>
                  </a:cubicBezTo>
                  <a:cubicBezTo>
                    <a:pt x="4559" y="1997"/>
                    <a:pt x="3575" y="2491"/>
                    <a:pt x="2603" y="2748"/>
                  </a:cubicBezTo>
                  <a:cubicBezTo>
                    <a:pt x="1" y="3441"/>
                    <a:pt x="695" y="6298"/>
                    <a:pt x="695" y="6298"/>
                  </a:cubicBezTo>
                  <a:cubicBezTo>
                    <a:pt x="695" y="6298"/>
                    <a:pt x="963" y="9393"/>
                    <a:pt x="941" y="10080"/>
                  </a:cubicBezTo>
                  <a:cubicBezTo>
                    <a:pt x="921" y="10655"/>
                    <a:pt x="1054" y="11318"/>
                    <a:pt x="1559" y="11590"/>
                  </a:cubicBezTo>
                  <a:cubicBezTo>
                    <a:pt x="1761" y="11701"/>
                    <a:pt x="1994" y="11730"/>
                    <a:pt x="2222" y="11757"/>
                  </a:cubicBezTo>
                  <a:cubicBezTo>
                    <a:pt x="2786" y="11827"/>
                    <a:pt x="3362" y="11895"/>
                    <a:pt x="3931" y="11895"/>
                  </a:cubicBezTo>
                  <a:cubicBezTo>
                    <a:pt x="4426" y="11895"/>
                    <a:pt x="4917" y="11843"/>
                    <a:pt x="5391" y="11696"/>
                  </a:cubicBezTo>
                  <a:cubicBezTo>
                    <a:pt x="6093" y="11477"/>
                    <a:pt x="6719" y="11060"/>
                    <a:pt x="7416" y="10824"/>
                  </a:cubicBezTo>
                  <a:cubicBezTo>
                    <a:pt x="8133" y="10584"/>
                    <a:pt x="8901" y="10544"/>
                    <a:pt x="9628" y="10331"/>
                  </a:cubicBezTo>
                  <a:cubicBezTo>
                    <a:pt x="10134" y="10184"/>
                    <a:pt x="10615" y="9953"/>
                    <a:pt x="11049" y="9648"/>
                  </a:cubicBezTo>
                  <a:cubicBezTo>
                    <a:pt x="11130" y="9592"/>
                    <a:pt x="11211" y="9528"/>
                    <a:pt x="11258" y="9440"/>
                  </a:cubicBezTo>
                  <a:cubicBezTo>
                    <a:pt x="11307" y="9347"/>
                    <a:pt x="11307" y="9231"/>
                    <a:pt x="11285" y="9128"/>
                  </a:cubicBezTo>
                  <a:cubicBezTo>
                    <a:pt x="11174" y="8568"/>
                    <a:pt x="10566" y="8262"/>
                    <a:pt x="10006" y="8158"/>
                  </a:cubicBezTo>
                  <a:cubicBezTo>
                    <a:pt x="9444" y="8055"/>
                    <a:pt x="8842" y="8065"/>
                    <a:pt x="8349" y="7780"/>
                  </a:cubicBezTo>
                  <a:lnTo>
                    <a:pt x="9832" y="7361"/>
                  </a:lnTo>
                  <a:cubicBezTo>
                    <a:pt x="10107" y="7282"/>
                    <a:pt x="10391" y="7199"/>
                    <a:pt x="10612" y="7019"/>
                  </a:cubicBezTo>
                  <a:cubicBezTo>
                    <a:pt x="10833" y="6838"/>
                    <a:pt x="10978" y="6531"/>
                    <a:pt x="10885" y="6261"/>
                  </a:cubicBezTo>
                  <a:cubicBezTo>
                    <a:pt x="10767" y="5932"/>
                    <a:pt x="10374" y="5807"/>
                    <a:pt x="10031" y="5746"/>
                  </a:cubicBezTo>
                  <a:cubicBezTo>
                    <a:pt x="9551" y="5661"/>
                    <a:pt x="9066" y="5618"/>
                    <a:pt x="8581" y="5618"/>
                  </a:cubicBezTo>
                  <a:cubicBezTo>
                    <a:pt x="8305" y="5618"/>
                    <a:pt x="8030" y="5632"/>
                    <a:pt x="7755" y="5660"/>
                  </a:cubicBezTo>
                  <a:cubicBezTo>
                    <a:pt x="8617" y="5446"/>
                    <a:pt x="9436" y="5090"/>
                    <a:pt x="10180" y="4607"/>
                  </a:cubicBezTo>
                  <a:cubicBezTo>
                    <a:pt x="10384" y="4474"/>
                    <a:pt x="10593" y="4317"/>
                    <a:pt x="10666" y="4086"/>
                  </a:cubicBezTo>
                  <a:cubicBezTo>
                    <a:pt x="10752" y="3801"/>
                    <a:pt x="10598" y="3482"/>
                    <a:pt x="10359" y="3306"/>
                  </a:cubicBezTo>
                  <a:cubicBezTo>
                    <a:pt x="10119" y="3129"/>
                    <a:pt x="9814" y="3067"/>
                    <a:pt x="9517" y="3043"/>
                  </a:cubicBezTo>
                  <a:cubicBezTo>
                    <a:pt x="9400" y="3033"/>
                    <a:pt x="9283" y="3029"/>
                    <a:pt x="9166" y="3029"/>
                  </a:cubicBezTo>
                  <a:cubicBezTo>
                    <a:pt x="8613" y="3029"/>
                    <a:pt x="8063" y="3134"/>
                    <a:pt x="7549" y="3342"/>
                  </a:cubicBezTo>
                  <a:cubicBezTo>
                    <a:pt x="8261" y="3018"/>
                    <a:pt x="8889" y="2540"/>
                    <a:pt x="9390" y="1941"/>
                  </a:cubicBezTo>
                  <a:cubicBezTo>
                    <a:pt x="9628" y="1656"/>
                    <a:pt x="9844" y="1317"/>
                    <a:pt x="9814" y="949"/>
                  </a:cubicBezTo>
                  <a:cubicBezTo>
                    <a:pt x="9764" y="342"/>
                    <a:pt x="9082" y="0"/>
                    <a:pt x="8461" y="0"/>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7"/>
            <p:cNvSpPr/>
            <p:nvPr/>
          </p:nvSpPr>
          <p:spPr>
            <a:xfrm>
              <a:off x="890600" y="4554500"/>
              <a:ext cx="231975" cy="190575"/>
            </a:xfrm>
            <a:custGeom>
              <a:rect b="b" l="l" r="r" t="t"/>
              <a:pathLst>
                <a:path extrusionOk="0" h="7623" w="9279">
                  <a:moveTo>
                    <a:pt x="8770" y="0"/>
                  </a:moveTo>
                  <a:cubicBezTo>
                    <a:pt x="8584" y="0"/>
                    <a:pt x="8390" y="208"/>
                    <a:pt x="8235" y="284"/>
                  </a:cubicBezTo>
                  <a:cubicBezTo>
                    <a:pt x="7963" y="416"/>
                    <a:pt x="7666" y="497"/>
                    <a:pt x="7369" y="556"/>
                  </a:cubicBezTo>
                  <a:cubicBezTo>
                    <a:pt x="6237" y="779"/>
                    <a:pt x="5069" y="770"/>
                    <a:pt x="3935" y="983"/>
                  </a:cubicBezTo>
                  <a:cubicBezTo>
                    <a:pt x="3140" y="1133"/>
                    <a:pt x="2337" y="1408"/>
                    <a:pt x="1689" y="1904"/>
                  </a:cubicBezTo>
                  <a:cubicBezTo>
                    <a:pt x="1026" y="2412"/>
                    <a:pt x="682" y="3222"/>
                    <a:pt x="493" y="4022"/>
                  </a:cubicBezTo>
                  <a:cubicBezTo>
                    <a:pt x="385" y="4471"/>
                    <a:pt x="327" y="4930"/>
                    <a:pt x="270" y="5389"/>
                  </a:cubicBezTo>
                  <a:lnTo>
                    <a:pt x="0" y="7486"/>
                  </a:lnTo>
                  <a:cubicBezTo>
                    <a:pt x="257" y="7482"/>
                    <a:pt x="515" y="7480"/>
                    <a:pt x="772" y="7480"/>
                  </a:cubicBezTo>
                  <a:cubicBezTo>
                    <a:pt x="1801" y="7480"/>
                    <a:pt x="2829" y="7511"/>
                    <a:pt x="3856" y="7574"/>
                  </a:cubicBezTo>
                  <a:cubicBezTo>
                    <a:pt x="4227" y="7596"/>
                    <a:pt x="4616" y="7622"/>
                    <a:pt x="5005" y="7622"/>
                  </a:cubicBezTo>
                  <a:cubicBezTo>
                    <a:pt x="5728" y="7622"/>
                    <a:pt x="6454" y="7533"/>
                    <a:pt x="7074" y="7164"/>
                  </a:cubicBezTo>
                  <a:cubicBezTo>
                    <a:pt x="7811" y="6725"/>
                    <a:pt x="8282" y="5922"/>
                    <a:pt x="8476" y="5085"/>
                  </a:cubicBezTo>
                  <a:cubicBezTo>
                    <a:pt x="8670" y="4250"/>
                    <a:pt x="8618" y="3377"/>
                    <a:pt x="8508" y="2525"/>
                  </a:cubicBezTo>
                  <a:cubicBezTo>
                    <a:pt x="8491" y="2382"/>
                    <a:pt x="8471" y="2238"/>
                    <a:pt x="8491" y="2095"/>
                  </a:cubicBezTo>
                  <a:cubicBezTo>
                    <a:pt x="8513" y="1941"/>
                    <a:pt x="8584" y="1798"/>
                    <a:pt x="8645" y="1653"/>
                  </a:cubicBezTo>
                  <a:cubicBezTo>
                    <a:pt x="8771" y="1366"/>
                    <a:pt x="9279" y="227"/>
                    <a:pt x="8876" y="26"/>
                  </a:cubicBezTo>
                  <a:cubicBezTo>
                    <a:pt x="8841" y="8"/>
                    <a:pt x="8806" y="0"/>
                    <a:pt x="8770" y="0"/>
                  </a:cubicBezTo>
                  <a:close/>
                </a:path>
              </a:pathLst>
            </a:custGeom>
            <a:solidFill>
              <a:srgbClr val="CF7C6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7"/>
            <p:cNvSpPr/>
            <p:nvPr/>
          </p:nvSpPr>
          <p:spPr>
            <a:xfrm>
              <a:off x="1025300" y="4528000"/>
              <a:ext cx="160750" cy="215475"/>
            </a:xfrm>
            <a:custGeom>
              <a:rect b="b" l="l" r="r" t="t"/>
              <a:pathLst>
                <a:path extrusionOk="0" h="8619" w="6430">
                  <a:moveTo>
                    <a:pt x="5183" y="1"/>
                  </a:moveTo>
                  <a:cubicBezTo>
                    <a:pt x="5176" y="1"/>
                    <a:pt x="5169" y="1"/>
                    <a:pt x="5162" y="1"/>
                  </a:cubicBezTo>
                  <a:cubicBezTo>
                    <a:pt x="4541" y="25"/>
                    <a:pt x="3910" y="578"/>
                    <a:pt x="3451" y="995"/>
                  </a:cubicBezTo>
                  <a:cubicBezTo>
                    <a:pt x="2730" y="1647"/>
                    <a:pt x="1349" y="1810"/>
                    <a:pt x="301" y="1810"/>
                  </a:cubicBezTo>
                  <a:cubicBezTo>
                    <a:pt x="197" y="1810"/>
                    <a:pt x="96" y="1808"/>
                    <a:pt x="0" y="1805"/>
                  </a:cubicBezTo>
                  <a:lnTo>
                    <a:pt x="0" y="1805"/>
                  </a:lnTo>
                  <a:lnTo>
                    <a:pt x="226" y="8607"/>
                  </a:lnTo>
                  <a:cubicBezTo>
                    <a:pt x="226" y="8607"/>
                    <a:pt x="1426" y="8513"/>
                    <a:pt x="2587" y="8513"/>
                  </a:cubicBezTo>
                  <a:cubicBezTo>
                    <a:pt x="3167" y="8513"/>
                    <a:pt x="3738" y="8537"/>
                    <a:pt x="4143" y="8607"/>
                  </a:cubicBezTo>
                  <a:cubicBezTo>
                    <a:pt x="4186" y="8615"/>
                    <a:pt x="4226" y="8618"/>
                    <a:pt x="4263" y="8618"/>
                  </a:cubicBezTo>
                  <a:cubicBezTo>
                    <a:pt x="4529" y="8618"/>
                    <a:pt x="4667" y="8436"/>
                    <a:pt x="4902" y="8234"/>
                  </a:cubicBezTo>
                  <a:cubicBezTo>
                    <a:pt x="5037" y="8116"/>
                    <a:pt x="5111" y="7944"/>
                    <a:pt x="5170" y="7775"/>
                  </a:cubicBezTo>
                  <a:cubicBezTo>
                    <a:pt x="5400" y="7124"/>
                    <a:pt x="5518" y="6440"/>
                    <a:pt x="5521" y="5747"/>
                  </a:cubicBezTo>
                  <a:cubicBezTo>
                    <a:pt x="5521" y="4896"/>
                    <a:pt x="5349" y="4002"/>
                    <a:pt x="5695" y="3221"/>
                  </a:cubicBezTo>
                  <a:cubicBezTo>
                    <a:pt x="5869" y="2829"/>
                    <a:pt x="6169" y="2490"/>
                    <a:pt x="6277" y="2073"/>
                  </a:cubicBezTo>
                  <a:cubicBezTo>
                    <a:pt x="6430" y="1491"/>
                    <a:pt x="5949" y="1"/>
                    <a:pt x="5183" y="1"/>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7"/>
            <p:cNvSpPr/>
            <p:nvPr/>
          </p:nvSpPr>
          <p:spPr>
            <a:xfrm>
              <a:off x="1084375" y="3968200"/>
              <a:ext cx="162525" cy="216300"/>
            </a:xfrm>
            <a:custGeom>
              <a:rect b="b" l="l" r="r" t="t"/>
              <a:pathLst>
                <a:path extrusionOk="0" h="8652" w="6501">
                  <a:moveTo>
                    <a:pt x="5647" y="0"/>
                  </a:moveTo>
                  <a:cubicBezTo>
                    <a:pt x="4913" y="0"/>
                    <a:pt x="3912" y="416"/>
                    <a:pt x="3280" y="583"/>
                  </a:cubicBezTo>
                  <a:cubicBezTo>
                    <a:pt x="2637" y="753"/>
                    <a:pt x="1297" y="917"/>
                    <a:pt x="850" y="1482"/>
                  </a:cubicBezTo>
                  <a:cubicBezTo>
                    <a:pt x="87" y="2454"/>
                    <a:pt x="1" y="4140"/>
                    <a:pt x="236" y="5306"/>
                  </a:cubicBezTo>
                  <a:cubicBezTo>
                    <a:pt x="288" y="5559"/>
                    <a:pt x="369" y="5807"/>
                    <a:pt x="475" y="6045"/>
                  </a:cubicBezTo>
                  <a:cubicBezTo>
                    <a:pt x="956" y="7113"/>
                    <a:pt x="1945" y="7984"/>
                    <a:pt x="3000" y="8416"/>
                  </a:cubicBezTo>
                  <a:cubicBezTo>
                    <a:pt x="3386" y="8574"/>
                    <a:pt x="3767" y="8651"/>
                    <a:pt x="4125" y="8651"/>
                  </a:cubicBezTo>
                  <a:cubicBezTo>
                    <a:pt x="5204" y="8651"/>
                    <a:pt x="6084" y="7952"/>
                    <a:pt x="6314" y="6671"/>
                  </a:cubicBezTo>
                  <a:cubicBezTo>
                    <a:pt x="6501" y="5620"/>
                    <a:pt x="6167" y="4562"/>
                    <a:pt x="6039" y="3517"/>
                  </a:cubicBezTo>
                  <a:cubicBezTo>
                    <a:pt x="5897" y="2341"/>
                    <a:pt x="5995" y="1194"/>
                    <a:pt x="5948" y="28"/>
                  </a:cubicBezTo>
                  <a:cubicBezTo>
                    <a:pt x="5855" y="9"/>
                    <a:pt x="5754" y="0"/>
                    <a:pt x="5647" y="0"/>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7"/>
            <p:cNvSpPr/>
            <p:nvPr/>
          </p:nvSpPr>
          <p:spPr>
            <a:xfrm>
              <a:off x="1799250" y="3965350"/>
              <a:ext cx="140675" cy="186125"/>
            </a:xfrm>
            <a:custGeom>
              <a:rect b="b" l="l" r="r" t="t"/>
              <a:pathLst>
                <a:path extrusionOk="0" h="7445" w="5627">
                  <a:moveTo>
                    <a:pt x="1556" y="0"/>
                  </a:moveTo>
                  <a:cubicBezTo>
                    <a:pt x="643" y="0"/>
                    <a:pt x="710" y="1081"/>
                    <a:pt x="744" y="1812"/>
                  </a:cubicBezTo>
                  <a:cubicBezTo>
                    <a:pt x="795" y="2848"/>
                    <a:pt x="388" y="3736"/>
                    <a:pt x="160" y="4693"/>
                  </a:cubicBezTo>
                  <a:cubicBezTo>
                    <a:pt x="96" y="4959"/>
                    <a:pt x="49" y="5229"/>
                    <a:pt x="27" y="5501"/>
                  </a:cubicBezTo>
                  <a:cubicBezTo>
                    <a:pt x="0" y="5835"/>
                    <a:pt x="30" y="6181"/>
                    <a:pt x="174" y="6480"/>
                  </a:cubicBezTo>
                  <a:cubicBezTo>
                    <a:pt x="400" y="6944"/>
                    <a:pt x="881" y="7246"/>
                    <a:pt x="1385" y="7362"/>
                  </a:cubicBezTo>
                  <a:cubicBezTo>
                    <a:pt x="1628" y="7417"/>
                    <a:pt x="1877" y="7444"/>
                    <a:pt x="2127" y="7444"/>
                  </a:cubicBezTo>
                  <a:cubicBezTo>
                    <a:pt x="3434" y="7444"/>
                    <a:pt x="4756" y="6710"/>
                    <a:pt x="5287" y="5496"/>
                  </a:cubicBezTo>
                  <a:cubicBezTo>
                    <a:pt x="5570" y="4855"/>
                    <a:pt x="5626" y="4139"/>
                    <a:pt x="5612" y="3437"/>
                  </a:cubicBezTo>
                  <a:cubicBezTo>
                    <a:pt x="5585" y="2180"/>
                    <a:pt x="5084" y="1522"/>
                    <a:pt x="3962" y="1014"/>
                  </a:cubicBezTo>
                  <a:cubicBezTo>
                    <a:pt x="3243" y="687"/>
                    <a:pt x="2565" y="138"/>
                    <a:pt x="1768" y="17"/>
                  </a:cubicBezTo>
                  <a:cubicBezTo>
                    <a:pt x="1692" y="6"/>
                    <a:pt x="1621" y="0"/>
                    <a:pt x="1556" y="0"/>
                  </a:cubicBezTo>
                  <a:close/>
                </a:path>
              </a:pathLst>
            </a:custGeom>
            <a:solidFill>
              <a:srgbClr val="FFFDF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80" name="Google Shape;180;p27"/>
          <p:cNvCxnSpPr>
            <a:stCxn id="137" idx="3"/>
          </p:cNvCxnSpPr>
          <p:nvPr/>
        </p:nvCxnSpPr>
        <p:spPr>
          <a:xfrm>
            <a:off x="401850" y="1001525"/>
            <a:ext cx="605700" cy="1814700"/>
          </a:xfrm>
          <a:prstGeom prst="curvedConnector4">
            <a:avLst>
              <a:gd fmla="val -39314" name="adj1"/>
              <a:gd fmla="val 72297" name="adj2"/>
            </a:avLst>
          </a:prstGeom>
          <a:noFill/>
          <a:ln cap="flat" cmpd="sng" w="19050">
            <a:solidFill>
              <a:schemeClr val="lt1"/>
            </a:solidFill>
            <a:prstDash val="dash"/>
            <a:round/>
            <a:headEnd len="med" w="med" type="oval"/>
            <a:tailEnd len="med" w="med" type="triangle"/>
          </a:ln>
        </p:spPr>
      </p:cxnSp>
      <p:cxnSp>
        <p:nvCxnSpPr>
          <p:cNvPr id="181" name="Google Shape;181;p27"/>
          <p:cNvCxnSpPr>
            <a:endCxn id="137" idx="1"/>
          </p:cNvCxnSpPr>
          <p:nvPr/>
        </p:nvCxnSpPr>
        <p:spPr>
          <a:xfrm rot="-5400000">
            <a:off x="7399200" y="1676675"/>
            <a:ext cx="2018100" cy="667800"/>
          </a:xfrm>
          <a:prstGeom prst="curvedConnector4">
            <a:avLst>
              <a:gd fmla="val 29950" name="adj1"/>
              <a:gd fmla="val 135658" name="adj2"/>
            </a:avLst>
          </a:prstGeom>
          <a:noFill/>
          <a:ln cap="flat" cmpd="sng" w="19050">
            <a:solidFill>
              <a:schemeClr val="lt1"/>
            </a:solidFill>
            <a:prstDash val="dash"/>
            <a:round/>
            <a:headEnd len="med" w="med" type="oval"/>
            <a:tailEnd len="med" w="med" type="triangle"/>
          </a:ln>
        </p:spPr>
      </p:cxnSp>
      <p:sp>
        <p:nvSpPr>
          <p:cNvPr id="182" name="Google Shape;182;p27"/>
          <p:cNvSpPr txBox="1"/>
          <p:nvPr/>
        </p:nvSpPr>
        <p:spPr>
          <a:xfrm>
            <a:off x="3628050" y="1442117"/>
            <a:ext cx="1887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Big Shoulders Display"/>
                <a:ea typeface="Big Shoulders Display"/>
                <a:cs typeface="Big Shoulders Display"/>
                <a:sym typeface="Big Shoulders Display"/>
              </a:rPr>
              <a:t>Elizabeth Rice</a:t>
            </a:r>
            <a:endParaRPr sz="1800">
              <a:solidFill>
                <a:schemeClr val="dk1"/>
              </a:solidFill>
              <a:latin typeface="Big Shoulders Display"/>
              <a:ea typeface="Big Shoulders Display"/>
              <a:cs typeface="Big Shoulders Display"/>
              <a:sym typeface="Big Shoulders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type="title"/>
          </p:nvPr>
        </p:nvSpPr>
        <p:spPr>
          <a:xfrm>
            <a:off x="607624" y="395725"/>
            <a:ext cx="82293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rPr>
              <a:t>Problem Area: Why it Matters &amp; What I Want to Predict</a:t>
            </a:r>
            <a:endParaRPr sz="3000">
              <a:solidFill>
                <a:schemeClr val="dk1"/>
              </a:solidFill>
            </a:endParaRPr>
          </a:p>
        </p:txBody>
      </p:sp>
      <p:sp>
        <p:nvSpPr>
          <p:cNvPr id="188" name="Google Shape;188;p28"/>
          <p:cNvSpPr txBox="1"/>
          <p:nvPr>
            <p:ph idx="1" type="body"/>
          </p:nvPr>
        </p:nvSpPr>
        <p:spPr>
          <a:xfrm>
            <a:off x="678001" y="1087875"/>
            <a:ext cx="7788000" cy="36951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rgbClr val="000000"/>
              </a:buClr>
              <a:buSzPts val="1400"/>
              <a:buFont typeface="Arial"/>
              <a:buChar char="●"/>
            </a:pPr>
            <a:r>
              <a:rPr lang="en" sz="1800">
                <a:solidFill>
                  <a:srgbClr val="000000"/>
                </a:solidFill>
                <a:latin typeface="Nunito Sans"/>
                <a:ea typeface="Nunito Sans"/>
                <a:cs typeface="Nunito Sans"/>
                <a:sym typeface="Nunito Sans"/>
              </a:rPr>
              <a:t>Do the Buffalo Bills perform better at home in cold weather?</a:t>
            </a:r>
            <a:br>
              <a:rPr lang="en" sz="1800">
                <a:solidFill>
                  <a:srgbClr val="000000"/>
                </a:solidFill>
                <a:latin typeface="Nunito Sans"/>
                <a:ea typeface="Nunito Sans"/>
                <a:cs typeface="Nunito Sans"/>
                <a:sym typeface="Nunito Sans"/>
              </a:rPr>
            </a:br>
            <a:endParaRPr sz="1800">
              <a:solidFill>
                <a:srgbClr val="000000"/>
              </a:solidFill>
              <a:latin typeface="Nunito Sans"/>
              <a:ea typeface="Nunito Sans"/>
              <a:cs typeface="Nunito Sans"/>
              <a:sym typeface="Nunito Sans"/>
            </a:endParaRPr>
          </a:p>
          <a:p>
            <a:pPr indent="-317500" lvl="0" marL="457200" rtl="0" algn="l">
              <a:spcBef>
                <a:spcPts val="0"/>
              </a:spcBef>
              <a:spcAft>
                <a:spcPts val="0"/>
              </a:spcAft>
              <a:buClr>
                <a:srgbClr val="000000"/>
              </a:buClr>
              <a:buSzPts val="1400"/>
              <a:buFont typeface="Arial"/>
              <a:buChar char="●"/>
            </a:pPr>
            <a:r>
              <a:rPr lang="en" sz="1800">
                <a:solidFill>
                  <a:srgbClr val="000000"/>
                </a:solidFill>
                <a:latin typeface="Nunito Sans"/>
                <a:ea typeface="Nunito Sans"/>
                <a:cs typeface="Nunito Sans"/>
                <a:sym typeface="Nunito Sans"/>
              </a:rPr>
              <a:t>Why it matters: stadium design, team strategy, analytics insight</a:t>
            </a:r>
            <a:br>
              <a:rPr lang="en" sz="1800">
                <a:solidFill>
                  <a:srgbClr val="000000"/>
                </a:solidFill>
                <a:latin typeface="Nunito Sans"/>
                <a:ea typeface="Nunito Sans"/>
                <a:cs typeface="Nunito Sans"/>
                <a:sym typeface="Nunito Sans"/>
              </a:rPr>
            </a:br>
            <a:endParaRPr sz="1800">
              <a:solidFill>
                <a:srgbClr val="000000"/>
              </a:solidFill>
              <a:latin typeface="Nunito Sans"/>
              <a:ea typeface="Nunito Sans"/>
              <a:cs typeface="Nunito Sans"/>
              <a:sym typeface="Nunito Sans"/>
            </a:endParaRPr>
          </a:p>
          <a:p>
            <a:pPr indent="-317500" lvl="0" marL="457200" rtl="0" algn="l">
              <a:spcBef>
                <a:spcPts val="0"/>
              </a:spcBef>
              <a:spcAft>
                <a:spcPts val="0"/>
              </a:spcAft>
              <a:buClr>
                <a:srgbClr val="000000"/>
              </a:buClr>
              <a:buSzPts val="1400"/>
              <a:buFont typeface="Arial"/>
              <a:buChar char="●"/>
            </a:pPr>
            <a:r>
              <a:rPr lang="en" sz="1800">
                <a:solidFill>
                  <a:srgbClr val="000000"/>
                </a:solidFill>
                <a:latin typeface="Nunito Sans"/>
                <a:ea typeface="Nunito Sans"/>
                <a:cs typeface="Nunito Sans"/>
                <a:sym typeface="Nunito Sans"/>
              </a:rPr>
              <a:t>Prediction Goal: win probability &amp; scoring margin under cold conditions</a:t>
            </a:r>
            <a:endParaRPr sz="1800">
              <a:solidFill>
                <a:srgbClr val="000000"/>
              </a:solidFill>
              <a:latin typeface="Nunito Sans"/>
              <a:ea typeface="Nunito Sans"/>
              <a:cs typeface="Nunito Sans"/>
              <a:sym typeface="Nuni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9"/>
          <p:cNvSpPr txBox="1"/>
          <p:nvPr>
            <p:ph type="title"/>
          </p:nvPr>
        </p:nvSpPr>
        <p:spPr>
          <a:xfrm>
            <a:off x="607624" y="395725"/>
            <a:ext cx="5946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 Data: Sources, Relevance &amp; Relationship</a:t>
            </a:r>
            <a:endParaRPr>
              <a:solidFill>
                <a:schemeClr val="dk1"/>
              </a:solidFill>
            </a:endParaRPr>
          </a:p>
        </p:txBody>
      </p:sp>
      <p:sp>
        <p:nvSpPr>
          <p:cNvPr id="194" name="Google Shape;194;p29"/>
          <p:cNvSpPr txBox="1"/>
          <p:nvPr>
            <p:ph idx="1" type="body"/>
          </p:nvPr>
        </p:nvSpPr>
        <p:spPr>
          <a:xfrm>
            <a:off x="607625" y="968425"/>
            <a:ext cx="8385000" cy="3695100"/>
          </a:xfrm>
          <a:prstGeom prst="rect">
            <a:avLst/>
          </a:prstGeom>
        </p:spPr>
        <p:txBody>
          <a:bodyPr anchorCtr="0" anchor="t" bIns="91425" lIns="91425" spcFirstLastPara="1" rIns="91425" wrap="square" tIns="91425">
            <a:noAutofit/>
          </a:bodyPr>
          <a:lstStyle/>
          <a:p>
            <a:pPr indent="-336550" lvl="0" marL="457200" rtl="0" algn="l">
              <a:spcBef>
                <a:spcPts val="1200"/>
              </a:spcBef>
              <a:spcAft>
                <a:spcPts val="0"/>
              </a:spcAft>
              <a:buClr>
                <a:srgbClr val="000000"/>
              </a:buClr>
              <a:buSzPts val="1700"/>
              <a:buFont typeface="Arial"/>
              <a:buAutoNum type="arabicPeriod"/>
            </a:pPr>
            <a:r>
              <a:rPr b="1" lang="en" sz="1700">
                <a:solidFill>
                  <a:srgbClr val="000000"/>
                </a:solidFill>
                <a:latin typeface="Nunito Sans"/>
                <a:ea typeface="Nunito Sans"/>
                <a:cs typeface="Nunito Sans"/>
                <a:sym typeface="Nunito Sans"/>
              </a:rPr>
              <a:t>TeamRankings</a:t>
            </a:r>
            <a:r>
              <a:rPr lang="en" sz="1700">
                <a:solidFill>
                  <a:srgbClr val="000000"/>
                </a:solidFill>
                <a:latin typeface="Nunito Sans"/>
                <a:ea typeface="Nunito Sans"/>
                <a:cs typeface="Nunito Sans"/>
                <a:sym typeface="Nunito Sans"/>
              </a:rPr>
              <a:t> — game results, scoring margins, trends</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457200" rtl="0" algn="l">
              <a:spcBef>
                <a:spcPts val="0"/>
              </a:spcBef>
              <a:spcAft>
                <a:spcPts val="0"/>
              </a:spcAft>
              <a:buClr>
                <a:srgbClr val="000000"/>
              </a:buClr>
              <a:buSzPts val="1700"/>
              <a:buFont typeface="Arial"/>
              <a:buAutoNum type="arabicPeriod"/>
            </a:pPr>
            <a:r>
              <a:rPr b="1" lang="en" sz="1700">
                <a:solidFill>
                  <a:srgbClr val="000000"/>
                </a:solidFill>
                <a:latin typeface="Nunito Sans"/>
                <a:ea typeface="Nunito Sans"/>
                <a:cs typeface="Nunito Sans"/>
                <a:sym typeface="Nunito Sans"/>
              </a:rPr>
              <a:t>NFLWeather</a:t>
            </a:r>
            <a:r>
              <a:rPr lang="en" sz="1700">
                <a:solidFill>
                  <a:srgbClr val="000000"/>
                </a:solidFill>
                <a:latin typeface="Nunito Sans"/>
                <a:ea typeface="Nunito Sans"/>
                <a:cs typeface="Nunito Sans"/>
                <a:sym typeface="Nunito Sans"/>
              </a:rPr>
              <a:t> — temperature, wind, precipitation</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9144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Years analyzed: 2000–2020</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9144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Derived variables: cold32, cold40, wind chill, precip flags</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9144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Merged by date + opponent</a:t>
            </a:r>
            <a:endParaRPr sz="1700">
              <a:solidFill>
                <a:srgbClr val="000000"/>
              </a:solidFill>
              <a:latin typeface="Nunito Sans"/>
              <a:ea typeface="Nunito Sans"/>
              <a:cs typeface="Nunito Sans"/>
              <a:sym typeface="Nunito Sans"/>
            </a:endParaRPr>
          </a:p>
          <a:p>
            <a:pPr indent="0" lvl="0" marL="0" rtl="0" algn="l">
              <a:spcBef>
                <a:spcPts val="1200"/>
              </a:spcBef>
              <a:spcAft>
                <a:spcPts val="1600"/>
              </a:spcAft>
              <a:buNone/>
            </a:pPr>
            <a:r>
              <a:t/>
            </a:r>
            <a:endParaRPr b="1" sz="1700">
              <a:solidFill>
                <a:srgbClr val="000000"/>
              </a:solidFill>
              <a:latin typeface="Nunito Sans"/>
              <a:ea typeface="Nunito Sans"/>
              <a:cs typeface="Nunito Sans"/>
              <a:sym typeface="Nuni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0"/>
          <p:cNvSpPr txBox="1"/>
          <p:nvPr>
            <p:ph type="title"/>
          </p:nvPr>
        </p:nvSpPr>
        <p:spPr>
          <a:xfrm>
            <a:off x="607625" y="395725"/>
            <a:ext cx="5713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How Analysis was Conducted</a:t>
            </a:r>
            <a:endParaRPr>
              <a:solidFill>
                <a:schemeClr val="dk1"/>
              </a:solidFill>
            </a:endParaRPr>
          </a:p>
        </p:txBody>
      </p:sp>
      <p:sp>
        <p:nvSpPr>
          <p:cNvPr id="200" name="Google Shape;200;p30"/>
          <p:cNvSpPr txBox="1"/>
          <p:nvPr>
            <p:ph idx="1" type="body"/>
          </p:nvPr>
        </p:nvSpPr>
        <p:spPr>
          <a:xfrm>
            <a:off x="484650" y="1043725"/>
            <a:ext cx="7939200" cy="3695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Home cold games win ~70%</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4572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Away cold games win ~40%</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4572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Scoring margin stable at home in cold; declines away</a:t>
            </a:r>
            <a:br>
              <a:rPr lang="en" sz="1700">
                <a:solidFill>
                  <a:srgbClr val="000000"/>
                </a:solidFill>
                <a:latin typeface="Nunito Sans"/>
                <a:ea typeface="Nunito Sans"/>
                <a:cs typeface="Nunito Sans"/>
                <a:sym typeface="Nunito Sans"/>
              </a:rPr>
            </a:br>
            <a:endParaRPr sz="1700">
              <a:solidFill>
                <a:srgbClr val="000000"/>
              </a:solidFill>
              <a:latin typeface="Nunito Sans"/>
              <a:ea typeface="Nunito Sans"/>
              <a:cs typeface="Nunito Sans"/>
              <a:sym typeface="Nunito Sans"/>
            </a:endParaRPr>
          </a:p>
          <a:p>
            <a:pPr indent="-336550" lvl="0" marL="457200" rtl="0" algn="l">
              <a:spcBef>
                <a:spcPts val="0"/>
              </a:spcBef>
              <a:spcAft>
                <a:spcPts val="0"/>
              </a:spcAft>
              <a:buClr>
                <a:srgbClr val="000000"/>
              </a:buClr>
              <a:buSzPts val="1700"/>
              <a:buFont typeface="Nunito Sans"/>
              <a:buChar char="●"/>
            </a:pPr>
            <a:r>
              <a:rPr lang="en" sz="1700">
                <a:solidFill>
                  <a:srgbClr val="000000"/>
                </a:solidFill>
                <a:latin typeface="Nunito Sans"/>
                <a:ea typeface="Nunito Sans"/>
                <a:cs typeface="Nunito Sans"/>
                <a:sym typeface="Nunito Sans"/>
              </a:rPr>
              <a:t>Note a few biases: opponent strength, Josh Allen era, sample size</a:t>
            </a:r>
            <a:endParaRPr sz="1700">
              <a:solidFill>
                <a:srgbClr val="000000"/>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type="title"/>
          </p:nvPr>
        </p:nvSpPr>
        <p:spPr>
          <a:xfrm>
            <a:off x="361225" y="128800"/>
            <a:ext cx="5713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Exploratory Visualizations</a:t>
            </a:r>
            <a:endParaRPr>
              <a:solidFill>
                <a:schemeClr val="dk1"/>
              </a:solidFill>
            </a:endParaRPr>
          </a:p>
        </p:txBody>
      </p:sp>
      <p:pic>
        <p:nvPicPr>
          <p:cNvPr id="206" name="Google Shape;206;p31" title="Rplot.png"/>
          <p:cNvPicPr preferRelativeResize="0"/>
          <p:nvPr/>
        </p:nvPicPr>
        <p:blipFill>
          <a:blip r:embed="rId3">
            <a:alphaModFix/>
          </a:blip>
          <a:stretch>
            <a:fillRect/>
          </a:stretch>
        </p:blipFill>
        <p:spPr>
          <a:xfrm>
            <a:off x="5821075" y="283525"/>
            <a:ext cx="3192874" cy="4707575"/>
          </a:xfrm>
          <a:prstGeom prst="rect">
            <a:avLst/>
          </a:prstGeom>
          <a:noFill/>
          <a:ln>
            <a:noFill/>
          </a:ln>
        </p:spPr>
      </p:pic>
      <p:pic>
        <p:nvPicPr>
          <p:cNvPr id="207" name="Google Shape;207;p31" title="Rplot01.png"/>
          <p:cNvPicPr preferRelativeResize="0"/>
          <p:nvPr/>
        </p:nvPicPr>
        <p:blipFill>
          <a:blip r:embed="rId4">
            <a:alphaModFix/>
          </a:blip>
          <a:stretch>
            <a:fillRect/>
          </a:stretch>
        </p:blipFill>
        <p:spPr>
          <a:xfrm>
            <a:off x="2826250" y="757200"/>
            <a:ext cx="2871625" cy="4233900"/>
          </a:xfrm>
          <a:prstGeom prst="rect">
            <a:avLst/>
          </a:prstGeom>
          <a:noFill/>
          <a:ln>
            <a:noFill/>
          </a:ln>
        </p:spPr>
      </p:pic>
      <p:pic>
        <p:nvPicPr>
          <p:cNvPr id="208" name="Google Shape;208;p31" title="Rplot10.png"/>
          <p:cNvPicPr preferRelativeResize="0"/>
          <p:nvPr/>
        </p:nvPicPr>
        <p:blipFill>
          <a:blip r:embed="rId5">
            <a:alphaModFix/>
          </a:blip>
          <a:stretch>
            <a:fillRect/>
          </a:stretch>
        </p:blipFill>
        <p:spPr>
          <a:xfrm>
            <a:off x="49750" y="1502275"/>
            <a:ext cx="2697076" cy="34888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2"/>
          <p:cNvSpPr txBox="1"/>
          <p:nvPr>
            <p:ph type="title"/>
          </p:nvPr>
        </p:nvSpPr>
        <p:spPr>
          <a:xfrm>
            <a:off x="607625" y="395725"/>
            <a:ext cx="5713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Model Construction</a:t>
            </a:r>
            <a:endParaRPr>
              <a:solidFill>
                <a:schemeClr val="dk1"/>
              </a:solidFill>
            </a:endParaRPr>
          </a:p>
        </p:txBody>
      </p:sp>
      <p:sp>
        <p:nvSpPr>
          <p:cNvPr id="214" name="Google Shape;214;p32"/>
          <p:cNvSpPr txBox="1"/>
          <p:nvPr>
            <p:ph idx="1" type="body"/>
          </p:nvPr>
        </p:nvSpPr>
        <p:spPr>
          <a:xfrm>
            <a:off x="484650" y="1043725"/>
            <a:ext cx="7939200" cy="36951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600">
                <a:solidFill>
                  <a:srgbClr val="000000"/>
                </a:solidFill>
                <a:latin typeface="Nunito Sans"/>
                <a:ea typeface="Nunito Sans"/>
                <a:cs typeface="Nunito Sans"/>
                <a:sym typeface="Nunito Sans"/>
              </a:rPr>
              <a:t>Models Used:</a:t>
            </a:r>
            <a:endParaRPr b="1" sz="1600">
              <a:solidFill>
                <a:srgbClr val="000000"/>
              </a:solidFill>
              <a:latin typeface="Nunito Sans"/>
              <a:ea typeface="Nunito Sans"/>
              <a:cs typeface="Nunito Sans"/>
              <a:sym typeface="Nunito Sans"/>
            </a:endParaRPr>
          </a:p>
          <a:p>
            <a:pPr indent="-330200" lvl="0" marL="457200" rtl="0" algn="l">
              <a:spcBef>
                <a:spcPts val="1200"/>
              </a:spcBef>
              <a:spcAft>
                <a:spcPts val="0"/>
              </a:spcAft>
              <a:buClr>
                <a:srgbClr val="000000"/>
              </a:buClr>
              <a:buSzPts val="1600"/>
              <a:buFont typeface="Nunito Sans"/>
              <a:buAutoNum type="arabicPeriod"/>
            </a:pPr>
            <a:r>
              <a:rPr lang="en" sz="1600">
                <a:solidFill>
                  <a:srgbClr val="000000"/>
                </a:solidFill>
                <a:latin typeface="Nunito Sans"/>
                <a:ea typeface="Nunito Sans"/>
                <a:cs typeface="Nunito Sans"/>
                <a:sym typeface="Nunito Sans"/>
              </a:rPr>
              <a:t>Logistic Regression</a:t>
            </a:r>
            <a:br>
              <a:rPr lang="en" sz="1600">
                <a:solidFill>
                  <a:srgbClr val="000000"/>
                </a:solidFill>
                <a:latin typeface="Nunito Sans"/>
                <a:ea typeface="Nunito Sans"/>
                <a:cs typeface="Nunito Sans"/>
                <a:sym typeface="Nunito Sans"/>
              </a:rPr>
            </a:br>
            <a:endParaRPr sz="1600">
              <a:solidFill>
                <a:srgbClr val="000000"/>
              </a:solidFill>
              <a:latin typeface="Nunito Sans"/>
              <a:ea typeface="Nunito Sans"/>
              <a:cs typeface="Nunito Sans"/>
              <a:sym typeface="Nunito Sans"/>
            </a:endParaRPr>
          </a:p>
          <a:p>
            <a:pPr indent="-330200" lvl="0" marL="457200" rtl="0" algn="l">
              <a:spcBef>
                <a:spcPts val="0"/>
              </a:spcBef>
              <a:spcAft>
                <a:spcPts val="0"/>
              </a:spcAft>
              <a:buClr>
                <a:srgbClr val="000000"/>
              </a:buClr>
              <a:buSzPts val="1600"/>
              <a:buFont typeface="Nunito Sans"/>
              <a:buAutoNum type="arabicPeriod"/>
            </a:pPr>
            <a:r>
              <a:rPr lang="en" sz="1600">
                <a:solidFill>
                  <a:srgbClr val="000000"/>
                </a:solidFill>
                <a:latin typeface="Nunito Sans"/>
                <a:ea typeface="Nunito Sans"/>
                <a:cs typeface="Nunito Sans"/>
                <a:sym typeface="Nunito Sans"/>
              </a:rPr>
              <a:t>Linear Regression</a:t>
            </a:r>
            <a:br>
              <a:rPr lang="en" sz="1600">
                <a:solidFill>
                  <a:srgbClr val="000000"/>
                </a:solidFill>
                <a:latin typeface="Nunito Sans"/>
                <a:ea typeface="Nunito Sans"/>
                <a:cs typeface="Nunito Sans"/>
                <a:sym typeface="Nunito Sans"/>
              </a:rPr>
            </a:br>
            <a:endParaRPr sz="1600">
              <a:solidFill>
                <a:srgbClr val="000000"/>
              </a:solidFill>
              <a:latin typeface="Nunito Sans"/>
              <a:ea typeface="Nunito Sans"/>
              <a:cs typeface="Nunito Sans"/>
              <a:sym typeface="Nunito Sans"/>
            </a:endParaRPr>
          </a:p>
          <a:p>
            <a:pPr indent="-330200" lvl="0" marL="457200" rtl="0" algn="l">
              <a:spcBef>
                <a:spcPts val="0"/>
              </a:spcBef>
              <a:spcAft>
                <a:spcPts val="0"/>
              </a:spcAft>
              <a:buClr>
                <a:srgbClr val="000000"/>
              </a:buClr>
              <a:buSzPts val="1600"/>
              <a:buFont typeface="Nunito Sans"/>
              <a:buAutoNum type="arabicPeriod"/>
            </a:pPr>
            <a:r>
              <a:rPr lang="en" sz="1600">
                <a:solidFill>
                  <a:srgbClr val="000000"/>
                </a:solidFill>
                <a:latin typeface="Nunito Sans"/>
                <a:ea typeface="Nunito Sans"/>
                <a:cs typeface="Nunito Sans"/>
                <a:sym typeface="Nunito Sans"/>
              </a:rPr>
              <a:t>Random Forest</a:t>
            </a:r>
            <a:br>
              <a:rPr lang="en" sz="1600">
                <a:solidFill>
                  <a:srgbClr val="000000"/>
                </a:solidFill>
                <a:latin typeface="Nunito Sans"/>
                <a:ea typeface="Nunito Sans"/>
                <a:cs typeface="Nunito Sans"/>
                <a:sym typeface="Nunito Sans"/>
              </a:rPr>
            </a:br>
            <a:endParaRPr sz="1600">
              <a:solidFill>
                <a:srgbClr val="000000"/>
              </a:solidFill>
              <a:latin typeface="Nunito Sans"/>
              <a:ea typeface="Nunito Sans"/>
              <a:cs typeface="Nunito Sans"/>
              <a:sym typeface="Nunito Sans"/>
            </a:endParaRPr>
          </a:p>
          <a:p>
            <a:pPr indent="-330200" lvl="0" marL="457200" rtl="0" algn="l">
              <a:spcBef>
                <a:spcPts val="0"/>
              </a:spcBef>
              <a:spcAft>
                <a:spcPts val="0"/>
              </a:spcAft>
              <a:buClr>
                <a:srgbClr val="000000"/>
              </a:buClr>
              <a:buSzPts val="1600"/>
              <a:buFont typeface="Nunito Sans"/>
              <a:buAutoNum type="arabicPeriod"/>
            </a:pPr>
            <a:r>
              <a:rPr lang="en" sz="1600">
                <a:solidFill>
                  <a:srgbClr val="000000"/>
                </a:solidFill>
                <a:latin typeface="Nunito Sans"/>
                <a:ea typeface="Nunito Sans"/>
                <a:cs typeface="Nunito Sans"/>
                <a:sym typeface="Nunito Sans"/>
              </a:rPr>
              <a:t>Gradient Boosted Trees (XGBoost)</a:t>
            </a:r>
            <a:endParaRPr sz="1600">
              <a:solidFill>
                <a:srgbClr val="000000"/>
              </a:solidFill>
              <a:latin typeface="Nunito Sans"/>
              <a:ea typeface="Nunito Sans"/>
              <a:cs typeface="Nunito Sans"/>
              <a:sym typeface="Nunito Sans"/>
            </a:endParaRPr>
          </a:p>
          <a:p>
            <a:pPr indent="0" lvl="0" marL="0" rtl="0" algn="l">
              <a:spcBef>
                <a:spcPts val="1200"/>
              </a:spcBef>
              <a:spcAft>
                <a:spcPts val="1600"/>
              </a:spcAft>
              <a:buNone/>
            </a:pPr>
            <a:r>
              <a:t/>
            </a:r>
            <a:endParaRPr sz="1700">
              <a:solidFill>
                <a:srgbClr val="000000"/>
              </a:solidFill>
              <a:latin typeface="Nunito Sans"/>
              <a:ea typeface="Nunito Sans"/>
              <a:cs typeface="Nunito Sans"/>
              <a:sym typeface="Nuni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type="title"/>
          </p:nvPr>
        </p:nvSpPr>
        <p:spPr>
          <a:xfrm>
            <a:off x="607625" y="395725"/>
            <a:ext cx="56895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What Worked? What Didn’t Work?</a:t>
            </a:r>
            <a:endParaRPr>
              <a:solidFill>
                <a:schemeClr val="dk1"/>
              </a:solidFill>
            </a:endParaRPr>
          </a:p>
          <a:p>
            <a:pPr indent="0" lvl="0" marL="0" rtl="0" algn="l">
              <a:spcBef>
                <a:spcPts val="0"/>
              </a:spcBef>
              <a:spcAft>
                <a:spcPts val="0"/>
              </a:spcAft>
              <a:buNone/>
            </a:pPr>
            <a:r>
              <a:t/>
            </a:r>
            <a:endParaRPr/>
          </a:p>
        </p:txBody>
      </p:sp>
      <p:sp>
        <p:nvSpPr>
          <p:cNvPr id="220" name="Google Shape;220;p33"/>
          <p:cNvSpPr txBox="1"/>
          <p:nvPr>
            <p:ph idx="1" type="body"/>
          </p:nvPr>
        </p:nvSpPr>
        <p:spPr>
          <a:xfrm>
            <a:off x="635975" y="1043725"/>
            <a:ext cx="4281600" cy="2518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b="1" lang="en" sz="1400">
                <a:solidFill>
                  <a:srgbClr val="000000"/>
                </a:solidFill>
                <a:latin typeface="Nunito Sans"/>
                <a:ea typeface="Nunito Sans"/>
                <a:cs typeface="Nunito Sans"/>
                <a:sym typeface="Nunito Sans"/>
              </a:rPr>
              <a:t>Worked:</a:t>
            </a:r>
            <a:endParaRPr b="1" sz="1400">
              <a:solidFill>
                <a:srgbClr val="000000"/>
              </a:solidFill>
              <a:latin typeface="Nunito Sans"/>
              <a:ea typeface="Nunito Sans"/>
              <a:cs typeface="Nunito Sans"/>
              <a:sym typeface="Nunito Sans"/>
            </a:endParaRPr>
          </a:p>
          <a:p>
            <a:pPr indent="-317500" lvl="0" marL="457200" rtl="0" algn="l">
              <a:spcBef>
                <a:spcPts val="1200"/>
              </a:spcBef>
              <a:spcAft>
                <a:spcPts val="0"/>
              </a:spcAft>
              <a:buClr>
                <a:srgbClr val="000000"/>
              </a:buClr>
              <a:buSzPts val="1400"/>
              <a:buFont typeface="Nunito Sans"/>
              <a:buChar char="●"/>
            </a:pPr>
            <a:r>
              <a:rPr lang="en" sz="1400">
                <a:solidFill>
                  <a:srgbClr val="000000"/>
                </a:solidFill>
                <a:latin typeface="Nunito Sans"/>
                <a:ea typeface="Nunito Sans"/>
                <a:cs typeface="Nunito Sans"/>
                <a:sym typeface="Nunito Sans"/>
              </a:rPr>
              <a:t>home×cold32 and home×cold40 consistently significant</a:t>
            </a:r>
            <a:br>
              <a:rPr lang="en" sz="1400">
                <a:solidFill>
                  <a:srgbClr val="000000"/>
                </a:solidFill>
                <a:latin typeface="Nunito Sans"/>
                <a:ea typeface="Nunito Sans"/>
                <a:cs typeface="Nunito Sans"/>
                <a:sym typeface="Nunito Sans"/>
              </a:rPr>
            </a:br>
            <a:endParaRPr sz="1400">
              <a:solidFill>
                <a:srgbClr val="000000"/>
              </a:solidFill>
              <a:latin typeface="Nunito Sans"/>
              <a:ea typeface="Nunito Sans"/>
              <a:cs typeface="Nunito Sans"/>
              <a:sym typeface="Nunito Sans"/>
            </a:endParaRPr>
          </a:p>
          <a:p>
            <a:pPr indent="-317500" lvl="0" marL="457200" rtl="0" algn="l">
              <a:spcBef>
                <a:spcPts val="0"/>
              </a:spcBef>
              <a:spcAft>
                <a:spcPts val="0"/>
              </a:spcAft>
              <a:buClr>
                <a:srgbClr val="000000"/>
              </a:buClr>
              <a:buSzPts val="1400"/>
              <a:buFont typeface="Nunito Sans"/>
              <a:buChar char="●"/>
            </a:pPr>
            <a:r>
              <a:rPr lang="en" sz="1400">
                <a:solidFill>
                  <a:srgbClr val="000000"/>
                </a:solidFill>
                <a:latin typeface="Nunito Sans"/>
                <a:ea typeface="Nunito Sans"/>
                <a:cs typeface="Nunito Sans"/>
                <a:sym typeface="Nunito Sans"/>
              </a:rPr>
              <a:t>tree models revealed strong interactions</a:t>
            </a:r>
            <a:br>
              <a:rPr lang="en" sz="1400">
                <a:solidFill>
                  <a:srgbClr val="000000"/>
                </a:solidFill>
                <a:latin typeface="Nunito Sans"/>
                <a:ea typeface="Nunito Sans"/>
                <a:cs typeface="Nunito Sans"/>
                <a:sym typeface="Nunito Sans"/>
              </a:rPr>
            </a:br>
            <a:endParaRPr sz="1400">
              <a:solidFill>
                <a:srgbClr val="000000"/>
              </a:solidFill>
              <a:latin typeface="Nunito Sans"/>
              <a:ea typeface="Nunito Sans"/>
              <a:cs typeface="Nunito Sans"/>
              <a:sym typeface="Nunito Sans"/>
            </a:endParaRPr>
          </a:p>
          <a:p>
            <a:pPr indent="-317500" lvl="0" marL="457200" rtl="0" algn="l">
              <a:spcBef>
                <a:spcPts val="0"/>
              </a:spcBef>
              <a:spcAft>
                <a:spcPts val="0"/>
              </a:spcAft>
              <a:buClr>
                <a:srgbClr val="000000"/>
              </a:buClr>
              <a:buSzPts val="1400"/>
              <a:buFont typeface="Nunito Sans"/>
              <a:buChar char="●"/>
            </a:pPr>
            <a:r>
              <a:rPr lang="en" sz="1400">
                <a:solidFill>
                  <a:srgbClr val="000000"/>
                </a:solidFill>
                <a:latin typeface="Nunito Sans"/>
                <a:ea typeface="Nunito Sans"/>
                <a:cs typeface="Nunito Sans"/>
                <a:sym typeface="Nunito Sans"/>
              </a:rPr>
              <a:t>cross-validation produced stable ROC-AUC values</a:t>
            </a:r>
            <a:br>
              <a:rPr lang="en" sz="1400">
                <a:solidFill>
                  <a:srgbClr val="000000"/>
                </a:solidFill>
                <a:latin typeface="Nunito Sans"/>
                <a:ea typeface="Nunito Sans"/>
                <a:cs typeface="Nunito Sans"/>
                <a:sym typeface="Nunito Sans"/>
              </a:rPr>
            </a:br>
            <a:br>
              <a:rPr lang="en" sz="1100">
                <a:solidFill>
                  <a:srgbClr val="000000"/>
                </a:solidFill>
                <a:latin typeface="Arial"/>
                <a:ea typeface="Arial"/>
                <a:cs typeface="Arial"/>
                <a:sym typeface="Arial"/>
              </a:rPr>
            </a:br>
            <a:endParaRPr sz="1100">
              <a:solidFill>
                <a:srgbClr val="000000"/>
              </a:solidFill>
              <a:latin typeface="Arial"/>
              <a:ea typeface="Arial"/>
              <a:cs typeface="Arial"/>
              <a:sym typeface="Arial"/>
            </a:endParaRPr>
          </a:p>
          <a:p>
            <a:pPr indent="0" lvl="0" marL="0" rtl="0" algn="l">
              <a:spcBef>
                <a:spcPts val="1200"/>
              </a:spcBef>
              <a:spcAft>
                <a:spcPts val="1600"/>
              </a:spcAft>
              <a:buNone/>
            </a:pPr>
            <a:r>
              <a:t/>
            </a:r>
            <a:endParaRPr b="1" sz="1100">
              <a:solidFill>
                <a:srgbClr val="000000"/>
              </a:solidFill>
              <a:latin typeface="Arial"/>
              <a:ea typeface="Arial"/>
              <a:cs typeface="Arial"/>
              <a:sym typeface="Arial"/>
            </a:endParaRPr>
          </a:p>
        </p:txBody>
      </p:sp>
      <p:sp>
        <p:nvSpPr>
          <p:cNvPr id="221" name="Google Shape;221;p33"/>
          <p:cNvSpPr txBox="1"/>
          <p:nvPr/>
        </p:nvSpPr>
        <p:spPr>
          <a:xfrm>
            <a:off x="5142944" y="787066"/>
            <a:ext cx="3541800" cy="244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t/>
            </a:r>
            <a:endParaRPr b="1">
              <a:latin typeface="Nunito Sans"/>
              <a:ea typeface="Nunito Sans"/>
              <a:cs typeface="Nunito Sans"/>
              <a:sym typeface="Nunito Sans"/>
            </a:endParaRPr>
          </a:p>
          <a:p>
            <a:pPr indent="0" lvl="0" marL="0" rtl="0" algn="l">
              <a:lnSpc>
                <a:spcPct val="115000"/>
              </a:lnSpc>
              <a:spcBef>
                <a:spcPts val="1200"/>
              </a:spcBef>
              <a:spcAft>
                <a:spcPts val="0"/>
              </a:spcAft>
              <a:buNone/>
            </a:pPr>
            <a:r>
              <a:rPr b="1" lang="en">
                <a:latin typeface="Nunito Sans"/>
                <a:ea typeface="Nunito Sans"/>
                <a:cs typeface="Nunito Sans"/>
                <a:sym typeface="Nunito Sans"/>
              </a:rPr>
              <a:t>Didn’t Work:</a:t>
            </a:r>
            <a:endParaRPr b="1">
              <a:latin typeface="Nunito Sans"/>
              <a:ea typeface="Nunito Sans"/>
              <a:cs typeface="Nunito Sans"/>
              <a:sym typeface="Nunito Sans"/>
            </a:endParaRPr>
          </a:p>
          <a:p>
            <a:pPr indent="-317500" lvl="0" marL="457200" rtl="0" algn="l">
              <a:lnSpc>
                <a:spcPct val="115000"/>
              </a:lnSpc>
              <a:spcBef>
                <a:spcPts val="1200"/>
              </a:spcBef>
              <a:spcAft>
                <a:spcPts val="0"/>
              </a:spcAft>
              <a:buSzPts val="1400"/>
              <a:buFont typeface="Nunito Sans"/>
              <a:buChar char="●"/>
            </a:pPr>
            <a:r>
              <a:rPr lang="en">
                <a:latin typeface="Nunito Sans"/>
                <a:ea typeface="Nunito Sans"/>
                <a:cs typeface="Nunito Sans"/>
                <a:sym typeface="Nunito Sans"/>
              </a:rPr>
              <a:t>Temperature alone was weak predictor</a:t>
            </a:r>
            <a:br>
              <a:rPr lang="en">
                <a:latin typeface="Nunito Sans"/>
                <a:ea typeface="Nunito Sans"/>
                <a:cs typeface="Nunito Sans"/>
                <a:sym typeface="Nunito Sans"/>
              </a:rPr>
            </a:br>
            <a:endParaRPr>
              <a:latin typeface="Nunito Sans"/>
              <a:ea typeface="Nunito Sans"/>
              <a:cs typeface="Nunito Sans"/>
              <a:sym typeface="Nunito Sans"/>
            </a:endParaRPr>
          </a:p>
          <a:p>
            <a:pPr indent="-317500" lvl="0" marL="457200" rtl="0" algn="l">
              <a:lnSpc>
                <a:spcPct val="115000"/>
              </a:lnSpc>
              <a:spcBef>
                <a:spcPts val="0"/>
              </a:spcBef>
              <a:spcAft>
                <a:spcPts val="0"/>
              </a:spcAft>
              <a:buSzPts val="1400"/>
              <a:buFont typeface="Nunito Sans"/>
              <a:buChar char="●"/>
            </a:pPr>
            <a:r>
              <a:rPr lang="en">
                <a:latin typeface="Nunito Sans"/>
                <a:ea typeface="Nunito Sans"/>
                <a:cs typeface="Nunito Sans"/>
                <a:sym typeface="Nunito Sans"/>
              </a:rPr>
              <a:t>Precipitation was noisy</a:t>
            </a:r>
            <a:br>
              <a:rPr lang="en">
                <a:latin typeface="Nunito Sans"/>
                <a:ea typeface="Nunito Sans"/>
                <a:cs typeface="Nunito Sans"/>
                <a:sym typeface="Nunito Sans"/>
              </a:rPr>
            </a:br>
            <a:endParaRPr>
              <a:latin typeface="Nunito Sans"/>
              <a:ea typeface="Nunito Sans"/>
              <a:cs typeface="Nunito Sans"/>
              <a:sym typeface="Nunito Sans"/>
            </a:endParaRPr>
          </a:p>
          <a:p>
            <a:pPr indent="-298450" lvl="0" marL="457200" rtl="0" algn="l">
              <a:lnSpc>
                <a:spcPct val="115000"/>
              </a:lnSpc>
              <a:spcBef>
                <a:spcPts val="0"/>
              </a:spcBef>
              <a:spcAft>
                <a:spcPts val="0"/>
              </a:spcAft>
              <a:buSzPts val="1100"/>
              <a:buChar char="●"/>
            </a:pPr>
            <a:r>
              <a:rPr lang="en">
                <a:latin typeface="Nunito Sans"/>
                <a:ea typeface="Nunito Sans"/>
                <a:cs typeface="Nunito Sans"/>
                <a:sym typeface="Nunito Sans"/>
              </a:rPr>
              <a:t>Wind &gt; 25 mph created variability</a:t>
            </a:r>
            <a:endParaRPr sz="1800">
              <a:solidFill>
                <a:schemeClr val="dk1"/>
              </a:solidFill>
              <a:latin typeface="Nunito Sans Light"/>
              <a:ea typeface="Nunito Sans Light"/>
              <a:cs typeface="Nunito Sans Light"/>
              <a:sym typeface="Nunito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607626" y="395717"/>
            <a:ext cx="435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Optimization &amp; Validation</a:t>
            </a:r>
            <a:endParaRPr>
              <a:solidFill>
                <a:schemeClr val="dk1"/>
              </a:solidFill>
            </a:endParaRPr>
          </a:p>
        </p:txBody>
      </p:sp>
      <p:sp>
        <p:nvSpPr>
          <p:cNvPr id="227" name="Google Shape;227;p34"/>
          <p:cNvSpPr txBox="1"/>
          <p:nvPr>
            <p:ph idx="1" type="body"/>
          </p:nvPr>
        </p:nvSpPr>
        <p:spPr>
          <a:xfrm>
            <a:off x="635976" y="1043725"/>
            <a:ext cx="7788000" cy="36951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Font typeface="Nunito Sans"/>
              <a:buChar char="●"/>
            </a:pPr>
            <a:r>
              <a:rPr lang="en" sz="1400">
                <a:latin typeface="Nunito Sans"/>
                <a:ea typeface="Nunito Sans"/>
                <a:cs typeface="Nunito Sans"/>
                <a:sym typeface="Nunito Sans"/>
              </a:rPr>
              <a:t>10-fold cross-validation</a:t>
            </a:r>
            <a:br>
              <a:rPr lang="en" sz="1400">
                <a:latin typeface="Nunito Sans"/>
                <a:ea typeface="Nunito Sans"/>
                <a:cs typeface="Nunito Sans"/>
                <a:sym typeface="Nunito Sans"/>
              </a:rPr>
            </a:br>
            <a:endParaRPr sz="1400">
              <a:latin typeface="Nunito Sans"/>
              <a:ea typeface="Nunito Sans"/>
              <a:cs typeface="Nunito Sans"/>
              <a:sym typeface="Nunito Sans"/>
            </a:endParaRPr>
          </a:p>
          <a:p>
            <a:pPr indent="-317500" lvl="0" marL="457200" rtl="0" algn="l">
              <a:spcBef>
                <a:spcPts val="0"/>
              </a:spcBef>
              <a:spcAft>
                <a:spcPts val="0"/>
              </a:spcAft>
              <a:buSzPts val="1400"/>
              <a:buFont typeface="Nunito Sans"/>
              <a:buChar char="●"/>
            </a:pPr>
            <a:r>
              <a:rPr lang="en" sz="1400">
                <a:latin typeface="Nunito Sans"/>
                <a:ea typeface="Nunito Sans"/>
                <a:cs typeface="Nunito Sans"/>
                <a:sym typeface="Nunito Sans"/>
              </a:rPr>
              <a:t>Metrics: ROC-AUC, Brier Score, F1, RMSE</a:t>
            </a:r>
            <a:br>
              <a:rPr lang="en" sz="1400">
                <a:latin typeface="Nunito Sans"/>
                <a:ea typeface="Nunito Sans"/>
                <a:cs typeface="Nunito Sans"/>
                <a:sym typeface="Nunito Sans"/>
              </a:rPr>
            </a:br>
            <a:endParaRPr sz="1400">
              <a:latin typeface="Nunito Sans"/>
              <a:ea typeface="Nunito Sans"/>
              <a:cs typeface="Nunito Sans"/>
              <a:sym typeface="Nunito Sans"/>
            </a:endParaRPr>
          </a:p>
          <a:p>
            <a:pPr indent="-317500" lvl="0" marL="457200" rtl="0" algn="l">
              <a:spcBef>
                <a:spcPts val="0"/>
              </a:spcBef>
              <a:spcAft>
                <a:spcPts val="0"/>
              </a:spcAft>
              <a:buSzPts val="1400"/>
              <a:buFont typeface="Nunito Sans"/>
              <a:buChar char="●"/>
            </a:pPr>
            <a:r>
              <a:rPr lang="en" sz="1400">
                <a:latin typeface="Nunito Sans"/>
                <a:ea typeface="Nunito Sans"/>
                <a:cs typeface="Nunito Sans"/>
                <a:sym typeface="Nunito Sans"/>
              </a:rPr>
              <a:t>Sensitivity tests:</a:t>
            </a:r>
            <a:br>
              <a:rPr lang="en" sz="1400">
                <a:latin typeface="Nunito Sans"/>
                <a:ea typeface="Nunito Sans"/>
                <a:cs typeface="Nunito Sans"/>
                <a:sym typeface="Nunito Sans"/>
              </a:rPr>
            </a:br>
            <a:endParaRPr sz="1400">
              <a:latin typeface="Nunito Sans"/>
              <a:ea typeface="Nunito Sans"/>
              <a:cs typeface="Nunito Sans"/>
              <a:sym typeface="Nunito Sans"/>
            </a:endParaRPr>
          </a:p>
          <a:p>
            <a:pPr indent="-317500" lvl="1" marL="914400" rtl="0" algn="l">
              <a:spcBef>
                <a:spcPts val="0"/>
              </a:spcBef>
              <a:spcAft>
                <a:spcPts val="0"/>
              </a:spcAft>
              <a:buSzPts val="1400"/>
              <a:buFont typeface="Nunito Sans"/>
              <a:buChar char="○"/>
            </a:pPr>
            <a:r>
              <a:rPr lang="en" sz="1400">
                <a:latin typeface="Nunito Sans"/>
                <a:ea typeface="Nunito Sans"/>
                <a:cs typeface="Nunito Sans"/>
                <a:sym typeface="Nunito Sans"/>
              </a:rPr>
              <a:t>r</a:t>
            </a:r>
            <a:r>
              <a:rPr lang="en" sz="1400">
                <a:latin typeface="Nunito Sans"/>
                <a:ea typeface="Nunito Sans"/>
                <a:cs typeface="Nunito Sans"/>
                <a:sym typeface="Nunito Sans"/>
              </a:rPr>
              <a:t>edefine cold as ≤ 40°F</a:t>
            </a:r>
            <a:br>
              <a:rPr lang="en" sz="1400">
                <a:latin typeface="Nunito Sans"/>
                <a:ea typeface="Nunito Sans"/>
                <a:cs typeface="Nunito Sans"/>
                <a:sym typeface="Nunito Sans"/>
              </a:rPr>
            </a:br>
            <a:r>
              <a:rPr lang="en" sz="1400">
                <a:latin typeface="Nunito Sans"/>
                <a:ea typeface="Nunito Sans"/>
                <a:cs typeface="Nunito Sans"/>
                <a:sym typeface="Nunito Sans"/>
              </a:rPr>
              <a:t>	</a:t>
            </a:r>
            <a:endParaRPr sz="1400">
              <a:latin typeface="Nunito Sans"/>
              <a:ea typeface="Nunito Sans"/>
              <a:cs typeface="Nunito Sans"/>
              <a:sym typeface="Nunito Sans"/>
            </a:endParaRPr>
          </a:p>
          <a:p>
            <a:pPr indent="-317500" lvl="1" marL="914400" rtl="0" algn="l">
              <a:spcBef>
                <a:spcPts val="0"/>
              </a:spcBef>
              <a:spcAft>
                <a:spcPts val="0"/>
              </a:spcAft>
              <a:buSzPts val="1400"/>
              <a:buFont typeface="Nunito Sans"/>
              <a:buChar char="○"/>
            </a:pPr>
            <a:r>
              <a:rPr lang="en" sz="1400">
                <a:latin typeface="Nunito Sans"/>
                <a:ea typeface="Nunito Sans"/>
                <a:cs typeface="Nunito Sans"/>
                <a:sym typeface="Nunito Sans"/>
              </a:rPr>
              <a:t>exclude high-wind games</a:t>
            </a:r>
            <a:br>
              <a:rPr lang="en" sz="1400">
                <a:latin typeface="Nunito Sans"/>
                <a:ea typeface="Nunito Sans"/>
                <a:cs typeface="Nunito Sans"/>
                <a:sym typeface="Nunito Sans"/>
              </a:rPr>
            </a:br>
            <a:endParaRPr sz="1400">
              <a:latin typeface="Nunito Sans"/>
              <a:ea typeface="Nunito Sans"/>
              <a:cs typeface="Nunito Sans"/>
              <a:sym typeface="Nunito Sans"/>
            </a:endParaRPr>
          </a:p>
          <a:p>
            <a:pPr indent="-317500" lvl="1" marL="914400" rtl="0" algn="l">
              <a:spcBef>
                <a:spcPts val="0"/>
              </a:spcBef>
              <a:spcAft>
                <a:spcPts val="0"/>
              </a:spcAft>
              <a:buSzPts val="1400"/>
              <a:buFont typeface="Nunito Sans"/>
              <a:buChar char="○"/>
            </a:pPr>
            <a:r>
              <a:rPr lang="en" sz="1400">
                <a:latin typeface="Nunito Sans"/>
                <a:ea typeface="Nunito Sans"/>
                <a:cs typeface="Nunito Sans"/>
                <a:sym typeface="Nunito Sans"/>
              </a:rPr>
              <a:t>test 2018–2024 Josh Allen era separately</a:t>
            </a:r>
            <a:endParaRPr sz="1400">
              <a:latin typeface="Nunito Sans"/>
              <a:ea typeface="Nunito Sans"/>
              <a:cs typeface="Nunito Sans"/>
              <a:sym typeface="Nunito Sans"/>
            </a:endParaRPr>
          </a:p>
          <a:p>
            <a:pPr indent="0" lvl="0" marL="457200" rtl="0" algn="l">
              <a:spcBef>
                <a:spcPts val="1200"/>
              </a:spcBef>
              <a:spcAft>
                <a:spcPts val="1600"/>
              </a:spcAft>
              <a:buNone/>
            </a:pPr>
            <a:r>
              <a:t/>
            </a:r>
            <a:endParaRPr sz="1400">
              <a:latin typeface="Nunito Sans"/>
              <a:ea typeface="Nunito Sans"/>
              <a:cs typeface="Nunito Sans"/>
              <a:sym typeface="Nuni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5"/>
          <p:cNvSpPr txBox="1"/>
          <p:nvPr>
            <p:ph type="title"/>
          </p:nvPr>
        </p:nvSpPr>
        <p:spPr>
          <a:xfrm>
            <a:off x="607626" y="395717"/>
            <a:ext cx="435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Predictions &amp; Decisions</a:t>
            </a:r>
            <a:endParaRPr>
              <a:solidFill>
                <a:schemeClr val="dk1"/>
              </a:solidFill>
            </a:endParaRPr>
          </a:p>
        </p:txBody>
      </p:sp>
      <p:sp>
        <p:nvSpPr>
          <p:cNvPr id="233" name="Google Shape;233;p35"/>
          <p:cNvSpPr txBox="1"/>
          <p:nvPr>
            <p:ph idx="1" type="body"/>
          </p:nvPr>
        </p:nvSpPr>
        <p:spPr>
          <a:xfrm>
            <a:off x="635976" y="1043725"/>
            <a:ext cx="7788000" cy="3695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Cold home games increase win probability by ~5–7%</a:t>
            </a:r>
            <a:br>
              <a:rPr b="1" lang="en" sz="1700">
                <a:latin typeface="Nunito Sans"/>
                <a:ea typeface="Nunito Sans"/>
                <a:cs typeface="Nunito Sans"/>
                <a:sym typeface="Nunito Sans"/>
              </a:rPr>
            </a:br>
            <a:endParaRPr b="1" sz="1700">
              <a:latin typeface="Nunito Sans"/>
              <a:ea typeface="Nunito Sans"/>
              <a:cs typeface="Nunito Sans"/>
              <a:sym typeface="Nunito Sans"/>
            </a:endParaRPr>
          </a:p>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Increase scoring margin by ~3 points</a:t>
            </a:r>
            <a:br>
              <a:rPr b="1" lang="en" sz="1700">
                <a:latin typeface="Nunito Sans"/>
                <a:ea typeface="Nunito Sans"/>
                <a:cs typeface="Nunito Sans"/>
                <a:sym typeface="Nunito Sans"/>
              </a:rPr>
            </a:br>
            <a:endParaRPr b="1" sz="1700">
              <a:latin typeface="Nunito Sans"/>
              <a:ea typeface="Nunito Sans"/>
              <a:cs typeface="Nunito Sans"/>
              <a:sym typeface="Nunito Sans"/>
            </a:endParaRPr>
          </a:p>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Supports open-air stadium design</a:t>
            </a:r>
            <a:br>
              <a:rPr b="1" lang="en" sz="1700">
                <a:latin typeface="Nunito Sans"/>
                <a:ea typeface="Nunito Sans"/>
                <a:cs typeface="Nunito Sans"/>
                <a:sym typeface="Nunito Sans"/>
              </a:rPr>
            </a:br>
            <a:endParaRPr b="1" sz="1700">
              <a:latin typeface="Nunito Sans"/>
              <a:ea typeface="Nunito Sans"/>
              <a:cs typeface="Nunito Sans"/>
              <a:sym typeface="Nunito Sans"/>
            </a:endParaRPr>
          </a:p>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Strategic implication: Bills should embrace late-season cold</a:t>
            </a:r>
            <a:endParaRPr b="1" sz="1700">
              <a:latin typeface="Nunito Sans"/>
              <a:ea typeface="Nunito Sans"/>
              <a:cs typeface="Nunito Sans"/>
              <a:sym typeface="Nuni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6"/>
          <p:cNvSpPr txBox="1"/>
          <p:nvPr>
            <p:ph type="title"/>
          </p:nvPr>
        </p:nvSpPr>
        <p:spPr>
          <a:xfrm>
            <a:off x="607626" y="395717"/>
            <a:ext cx="4355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Conclusion</a:t>
            </a:r>
            <a:endParaRPr>
              <a:solidFill>
                <a:schemeClr val="dk1"/>
              </a:solidFill>
            </a:endParaRPr>
          </a:p>
        </p:txBody>
      </p:sp>
      <p:sp>
        <p:nvSpPr>
          <p:cNvPr id="239" name="Google Shape;239;p36"/>
          <p:cNvSpPr txBox="1"/>
          <p:nvPr>
            <p:ph idx="1" type="body"/>
          </p:nvPr>
        </p:nvSpPr>
        <p:spPr>
          <a:xfrm>
            <a:off x="635976" y="1043725"/>
            <a:ext cx="7788000" cy="3695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Yes: Bills gain a mild but real cold-weather home advantage</a:t>
            </a:r>
            <a:br>
              <a:rPr b="1" lang="en" sz="1700">
                <a:latin typeface="Nunito Sans"/>
                <a:ea typeface="Nunito Sans"/>
                <a:cs typeface="Nunito Sans"/>
                <a:sym typeface="Nunito Sans"/>
              </a:rPr>
            </a:br>
            <a:endParaRPr b="1" sz="1700">
              <a:latin typeface="Nunito Sans"/>
              <a:ea typeface="Nunito Sans"/>
              <a:cs typeface="Nunito Sans"/>
              <a:sym typeface="Nunito Sans"/>
            </a:endParaRPr>
          </a:p>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Consistent across all models</a:t>
            </a:r>
            <a:br>
              <a:rPr b="1" lang="en" sz="1700">
                <a:latin typeface="Nunito Sans"/>
                <a:ea typeface="Nunito Sans"/>
                <a:cs typeface="Nunito Sans"/>
                <a:sym typeface="Nunito Sans"/>
              </a:rPr>
            </a:br>
            <a:endParaRPr b="1" sz="1700">
              <a:latin typeface="Nunito Sans"/>
              <a:ea typeface="Nunito Sans"/>
              <a:cs typeface="Nunito Sans"/>
              <a:sym typeface="Nunito Sans"/>
            </a:endParaRPr>
          </a:p>
          <a:p>
            <a:pPr indent="-336550" lvl="0" marL="457200" rtl="0" algn="l">
              <a:spcBef>
                <a:spcPts val="0"/>
              </a:spcBef>
              <a:spcAft>
                <a:spcPts val="0"/>
              </a:spcAft>
              <a:buSzPts val="1700"/>
              <a:buFont typeface="Nunito Sans"/>
              <a:buChar char="●"/>
            </a:pPr>
            <a:r>
              <a:rPr b="1" lang="en" sz="1700">
                <a:latin typeface="Nunito Sans"/>
                <a:ea typeface="Nunito Sans"/>
                <a:cs typeface="Nunito Sans"/>
                <a:sym typeface="Nunito Sans"/>
              </a:rPr>
              <a:t>Future work: league-wide comparison and play-by-play analysis</a:t>
            </a:r>
            <a:endParaRPr b="1" sz="1700">
              <a:latin typeface="Nunito Sans"/>
              <a:ea typeface="Nunito Sans"/>
              <a:cs typeface="Nunito Sans"/>
              <a:sym typeface="Nunito Sans"/>
            </a:endParaRPr>
          </a:p>
          <a:p>
            <a:pPr indent="0" lvl="0" marL="0" rtl="0" algn="l">
              <a:spcBef>
                <a:spcPts val="1600"/>
              </a:spcBef>
              <a:spcAft>
                <a:spcPts val="1600"/>
              </a:spcAft>
              <a:buNone/>
            </a:pPr>
            <a:r>
              <a:t/>
            </a:r>
            <a:endParaRPr b="1" sz="1400">
              <a:latin typeface="Nunito Sans"/>
              <a:ea typeface="Nunito Sans"/>
              <a:cs typeface="Nunito Sans"/>
              <a:sym typeface="Nuni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7"/>
          <p:cNvSpPr txBox="1"/>
          <p:nvPr>
            <p:ph idx="4294967295" type="ctrTitle"/>
          </p:nvPr>
        </p:nvSpPr>
        <p:spPr>
          <a:xfrm>
            <a:off x="5527126" y="1172601"/>
            <a:ext cx="2736600" cy="1245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7100"/>
              <a:t>THANKS!</a:t>
            </a:r>
            <a:endParaRPr sz="7100"/>
          </a:p>
        </p:txBody>
      </p:sp>
      <p:grpSp>
        <p:nvGrpSpPr>
          <p:cNvPr id="245" name="Google Shape;245;p37"/>
          <p:cNvGrpSpPr/>
          <p:nvPr/>
        </p:nvGrpSpPr>
        <p:grpSpPr>
          <a:xfrm>
            <a:off x="1275565" y="1749825"/>
            <a:ext cx="1822404" cy="2998780"/>
            <a:chOff x="2968400" y="3064850"/>
            <a:chExt cx="239850" cy="394675"/>
          </a:xfrm>
        </p:grpSpPr>
        <p:sp>
          <p:nvSpPr>
            <p:cNvPr id="246" name="Google Shape;246;p37"/>
            <p:cNvSpPr/>
            <p:nvPr/>
          </p:nvSpPr>
          <p:spPr>
            <a:xfrm>
              <a:off x="3018525" y="3162225"/>
              <a:ext cx="139650" cy="193575"/>
            </a:xfrm>
            <a:custGeom>
              <a:rect b="b" l="l" r="r" t="t"/>
              <a:pathLst>
                <a:path extrusionOk="0" h="7743" w="5586">
                  <a:moveTo>
                    <a:pt x="1562" y="1"/>
                  </a:moveTo>
                  <a:lnTo>
                    <a:pt x="1" y="7743"/>
                  </a:lnTo>
                  <a:lnTo>
                    <a:pt x="5585" y="7743"/>
                  </a:lnTo>
                  <a:lnTo>
                    <a:pt x="4056"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37"/>
            <p:cNvSpPr/>
            <p:nvPr/>
          </p:nvSpPr>
          <p:spPr>
            <a:xfrm>
              <a:off x="2968400" y="3064850"/>
              <a:ext cx="239850" cy="140425"/>
            </a:xfrm>
            <a:custGeom>
              <a:rect b="b" l="l" r="r" t="t"/>
              <a:pathLst>
                <a:path extrusionOk="0" h="5617" w="9594">
                  <a:moveTo>
                    <a:pt x="4834" y="0"/>
                  </a:moveTo>
                  <a:cubicBezTo>
                    <a:pt x="4832" y="0"/>
                    <a:pt x="4830" y="0"/>
                    <a:pt x="4829" y="0"/>
                  </a:cubicBezTo>
                  <a:lnTo>
                    <a:pt x="4765" y="0"/>
                  </a:lnTo>
                  <a:cubicBezTo>
                    <a:pt x="3746" y="0"/>
                    <a:pt x="2804" y="275"/>
                    <a:pt x="2030" y="668"/>
                  </a:cubicBezTo>
                  <a:cubicBezTo>
                    <a:pt x="1731" y="818"/>
                    <a:pt x="1446" y="994"/>
                    <a:pt x="1176" y="1193"/>
                  </a:cubicBezTo>
                  <a:cubicBezTo>
                    <a:pt x="445" y="1741"/>
                    <a:pt x="0" y="2364"/>
                    <a:pt x="0" y="2811"/>
                  </a:cubicBezTo>
                  <a:cubicBezTo>
                    <a:pt x="0" y="3248"/>
                    <a:pt x="442" y="3866"/>
                    <a:pt x="1166" y="4411"/>
                  </a:cubicBezTo>
                  <a:cubicBezTo>
                    <a:pt x="1478" y="4645"/>
                    <a:pt x="1812" y="4846"/>
                    <a:pt x="2165" y="5013"/>
                  </a:cubicBezTo>
                  <a:cubicBezTo>
                    <a:pt x="2975" y="5405"/>
                    <a:pt x="3864" y="5612"/>
                    <a:pt x="4767" y="5617"/>
                  </a:cubicBezTo>
                  <a:lnTo>
                    <a:pt x="4831" y="5617"/>
                  </a:lnTo>
                  <a:cubicBezTo>
                    <a:pt x="7462" y="5614"/>
                    <a:pt x="9593" y="3768"/>
                    <a:pt x="9593" y="2804"/>
                  </a:cubicBezTo>
                  <a:cubicBezTo>
                    <a:pt x="9593" y="1827"/>
                    <a:pt x="7463" y="0"/>
                    <a:pt x="4834" y="0"/>
                  </a:cubicBezTo>
                  <a:close/>
                </a:path>
              </a:pathLst>
            </a:custGeom>
            <a:solidFill>
              <a:srgbClr val="B85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7"/>
            <p:cNvSpPr/>
            <p:nvPr/>
          </p:nvSpPr>
          <p:spPr>
            <a:xfrm>
              <a:off x="3154225" y="3081475"/>
              <a:ext cx="30875" cy="108650"/>
            </a:xfrm>
            <a:custGeom>
              <a:rect b="b" l="l" r="r" t="t"/>
              <a:pathLst>
                <a:path extrusionOk="0" h="4346" w="1235">
                  <a:moveTo>
                    <a:pt x="128" y="1"/>
                  </a:moveTo>
                  <a:lnTo>
                    <a:pt x="128" y="1"/>
                  </a:lnTo>
                  <a:cubicBezTo>
                    <a:pt x="191" y="658"/>
                    <a:pt x="363" y="2836"/>
                    <a:pt x="0" y="4345"/>
                  </a:cubicBezTo>
                  <a:cubicBezTo>
                    <a:pt x="351" y="4178"/>
                    <a:pt x="685" y="3977"/>
                    <a:pt x="997" y="3744"/>
                  </a:cubicBezTo>
                  <a:cubicBezTo>
                    <a:pt x="1235" y="2217"/>
                    <a:pt x="1122" y="1157"/>
                    <a:pt x="982" y="526"/>
                  </a:cubicBezTo>
                  <a:cubicBezTo>
                    <a:pt x="714" y="327"/>
                    <a:pt x="427" y="150"/>
                    <a:pt x="128"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37"/>
            <p:cNvSpPr/>
            <p:nvPr/>
          </p:nvSpPr>
          <p:spPr>
            <a:xfrm>
              <a:off x="2991775" y="3081525"/>
              <a:ext cx="30950" cy="108725"/>
            </a:xfrm>
            <a:custGeom>
              <a:rect b="b" l="l" r="r" t="t"/>
              <a:pathLst>
                <a:path extrusionOk="0" h="4349" w="1238">
                  <a:moveTo>
                    <a:pt x="1103" y="1"/>
                  </a:moveTo>
                  <a:cubicBezTo>
                    <a:pt x="803" y="153"/>
                    <a:pt x="518" y="330"/>
                    <a:pt x="248" y="529"/>
                  </a:cubicBezTo>
                  <a:cubicBezTo>
                    <a:pt x="111" y="1160"/>
                    <a:pt x="1" y="2220"/>
                    <a:pt x="241" y="3747"/>
                  </a:cubicBezTo>
                  <a:cubicBezTo>
                    <a:pt x="553" y="3980"/>
                    <a:pt x="887" y="4181"/>
                    <a:pt x="1238" y="4348"/>
                  </a:cubicBezTo>
                  <a:cubicBezTo>
                    <a:pt x="872" y="2839"/>
                    <a:pt x="1041" y="661"/>
                    <a:pt x="11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7"/>
            <p:cNvSpPr/>
            <p:nvPr/>
          </p:nvSpPr>
          <p:spPr>
            <a:xfrm>
              <a:off x="3035150" y="3111850"/>
              <a:ext cx="106500" cy="46350"/>
            </a:xfrm>
            <a:custGeom>
              <a:rect b="b" l="l" r="r" t="t"/>
              <a:pathLst>
                <a:path extrusionOk="0" h="1854" w="4260">
                  <a:moveTo>
                    <a:pt x="1859" y="1"/>
                  </a:moveTo>
                  <a:cubicBezTo>
                    <a:pt x="1766" y="1"/>
                    <a:pt x="1695" y="82"/>
                    <a:pt x="1707" y="175"/>
                  </a:cubicBezTo>
                  <a:lnTo>
                    <a:pt x="1707" y="570"/>
                  </a:lnTo>
                  <a:lnTo>
                    <a:pt x="1430" y="570"/>
                  </a:lnTo>
                  <a:lnTo>
                    <a:pt x="1430" y="182"/>
                  </a:lnTo>
                  <a:cubicBezTo>
                    <a:pt x="1442" y="89"/>
                    <a:pt x="1371" y="8"/>
                    <a:pt x="1277" y="8"/>
                  </a:cubicBezTo>
                  <a:cubicBezTo>
                    <a:pt x="1187" y="8"/>
                    <a:pt x="1113" y="89"/>
                    <a:pt x="1128" y="182"/>
                  </a:cubicBezTo>
                  <a:lnTo>
                    <a:pt x="1128" y="570"/>
                  </a:lnTo>
                  <a:lnTo>
                    <a:pt x="853" y="570"/>
                  </a:lnTo>
                  <a:lnTo>
                    <a:pt x="853" y="187"/>
                  </a:lnTo>
                  <a:cubicBezTo>
                    <a:pt x="865" y="96"/>
                    <a:pt x="794" y="15"/>
                    <a:pt x="701" y="15"/>
                  </a:cubicBezTo>
                  <a:cubicBezTo>
                    <a:pt x="607" y="15"/>
                    <a:pt x="536" y="96"/>
                    <a:pt x="548" y="187"/>
                  </a:cubicBezTo>
                  <a:lnTo>
                    <a:pt x="548" y="570"/>
                  </a:lnTo>
                  <a:lnTo>
                    <a:pt x="352" y="570"/>
                  </a:lnTo>
                  <a:cubicBezTo>
                    <a:pt x="158" y="570"/>
                    <a:pt x="1" y="725"/>
                    <a:pt x="1" y="919"/>
                  </a:cubicBezTo>
                  <a:cubicBezTo>
                    <a:pt x="1" y="1113"/>
                    <a:pt x="158" y="1270"/>
                    <a:pt x="352" y="1270"/>
                  </a:cubicBezTo>
                  <a:lnTo>
                    <a:pt x="548" y="1270"/>
                  </a:lnTo>
                  <a:lnTo>
                    <a:pt x="548" y="1680"/>
                  </a:lnTo>
                  <a:cubicBezTo>
                    <a:pt x="536" y="1770"/>
                    <a:pt x="607" y="1854"/>
                    <a:pt x="701" y="1854"/>
                  </a:cubicBezTo>
                  <a:cubicBezTo>
                    <a:pt x="791" y="1854"/>
                    <a:pt x="865" y="1770"/>
                    <a:pt x="853" y="1680"/>
                  </a:cubicBezTo>
                  <a:lnTo>
                    <a:pt x="853" y="1270"/>
                  </a:lnTo>
                  <a:lnTo>
                    <a:pt x="1128" y="1270"/>
                  </a:lnTo>
                  <a:lnTo>
                    <a:pt x="1128" y="1672"/>
                  </a:lnTo>
                  <a:cubicBezTo>
                    <a:pt x="1139" y="1762"/>
                    <a:pt x="1209" y="1807"/>
                    <a:pt x="1279" y="1807"/>
                  </a:cubicBezTo>
                  <a:cubicBezTo>
                    <a:pt x="1349" y="1807"/>
                    <a:pt x="1420" y="1762"/>
                    <a:pt x="1432" y="1672"/>
                  </a:cubicBezTo>
                  <a:lnTo>
                    <a:pt x="1432" y="1272"/>
                  </a:lnTo>
                  <a:lnTo>
                    <a:pt x="1705" y="1272"/>
                  </a:lnTo>
                  <a:lnTo>
                    <a:pt x="1705" y="1667"/>
                  </a:lnTo>
                  <a:cubicBezTo>
                    <a:pt x="1692" y="1758"/>
                    <a:pt x="1766" y="1839"/>
                    <a:pt x="1857" y="1839"/>
                  </a:cubicBezTo>
                  <a:cubicBezTo>
                    <a:pt x="1950" y="1839"/>
                    <a:pt x="2021" y="1758"/>
                    <a:pt x="2009" y="1667"/>
                  </a:cubicBezTo>
                  <a:lnTo>
                    <a:pt x="2009" y="1272"/>
                  </a:lnTo>
                  <a:lnTo>
                    <a:pt x="2286" y="1272"/>
                  </a:lnTo>
                  <a:lnTo>
                    <a:pt x="2286" y="1660"/>
                  </a:lnTo>
                  <a:cubicBezTo>
                    <a:pt x="2297" y="1750"/>
                    <a:pt x="2367" y="1794"/>
                    <a:pt x="2438" y="1794"/>
                  </a:cubicBezTo>
                  <a:cubicBezTo>
                    <a:pt x="2508" y="1794"/>
                    <a:pt x="2578" y="1750"/>
                    <a:pt x="2591" y="1660"/>
                  </a:cubicBezTo>
                  <a:lnTo>
                    <a:pt x="2591" y="1272"/>
                  </a:lnTo>
                  <a:lnTo>
                    <a:pt x="2866" y="1272"/>
                  </a:lnTo>
                  <a:lnTo>
                    <a:pt x="2866" y="1653"/>
                  </a:lnTo>
                  <a:cubicBezTo>
                    <a:pt x="2853" y="1743"/>
                    <a:pt x="2924" y="1827"/>
                    <a:pt x="3018" y="1827"/>
                  </a:cubicBezTo>
                  <a:cubicBezTo>
                    <a:pt x="3109" y="1827"/>
                    <a:pt x="3182" y="1743"/>
                    <a:pt x="3170" y="1653"/>
                  </a:cubicBezTo>
                  <a:lnTo>
                    <a:pt x="3170" y="1272"/>
                  </a:lnTo>
                  <a:lnTo>
                    <a:pt x="3447" y="1272"/>
                  </a:lnTo>
                  <a:lnTo>
                    <a:pt x="3447" y="1645"/>
                  </a:lnTo>
                  <a:cubicBezTo>
                    <a:pt x="3458" y="1734"/>
                    <a:pt x="3528" y="1778"/>
                    <a:pt x="3598" y="1778"/>
                  </a:cubicBezTo>
                  <a:cubicBezTo>
                    <a:pt x="3668" y="1778"/>
                    <a:pt x="3738" y="1734"/>
                    <a:pt x="3749" y="1645"/>
                  </a:cubicBezTo>
                  <a:lnTo>
                    <a:pt x="3749" y="1272"/>
                  </a:lnTo>
                  <a:lnTo>
                    <a:pt x="3899" y="1272"/>
                  </a:lnTo>
                  <a:cubicBezTo>
                    <a:pt x="3902" y="1272"/>
                    <a:pt x="3905" y="1272"/>
                    <a:pt x="3908" y="1272"/>
                  </a:cubicBezTo>
                  <a:cubicBezTo>
                    <a:pt x="4103" y="1272"/>
                    <a:pt x="4260" y="1115"/>
                    <a:pt x="4260" y="921"/>
                  </a:cubicBezTo>
                  <a:cubicBezTo>
                    <a:pt x="4260" y="728"/>
                    <a:pt x="4103" y="570"/>
                    <a:pt x="3908" y="570"/>
                  </a:cubicBezTo>
                  <a:cubicBezTo>
                    <a:pt x="3905" y="570"/>
                    <a:pt x="3902" y="570"/>
                    <a:pt x="3899" y="570"/>
                  </a:cubicBezTo>
                  <a:lnTo>
                    <a:pt x="3749" y="570"/>
                  </a:lnTo>
                  <a:lnTo>
                    <a:pt x="3749" y="153"/>
                  </a:lnTo>
                  <a:cubicBezTo>
                    <a:pt x="3738" y="63"/>
                    <a:pt x="3668" y="18"/>
                    <a:pt x="3598" y="18"/>
                  </a:cubicBezTo>
                  <a:cubicBezTo>
                    <a:pt x="3528" y="18"/>
                    <a:pt x="3457" y="63"/>
                    <a:pt x="3445" y="153"/>
                  </a:cubicBezTo>
                  <a:lnTo>
                    <a:pt x="3445" y="570"/>
                  </a:lnTo>
                  <a:lnTo>
                    <a:pt x="3170" y="570"/>
                  </a:lnTo>
                  <a:lnTo>
                    <a:pt x="3170" y="160"/>
                  </a:lnTo>
                  <a:cubicBezTo>
                    <a:pt x="3159" y="71"/>
                    <a:pt x="3088" y="26"/>
                    <a:pt x="3018" y="26"/>
                  </a:cubicBezTo>
                  <a:cubicBezTo>
                    <a:pt x="2947" y="26"/>
                    <a:pt x="2877" y="71"/>
                    <a:pt x="2866" y="160"/>
                  </a:cubicBezTo>
                  <a:lnTo>
                    <a:pt x="2866" y="570"/>
                  </a:lnTo>
                  <a:lnTo>
                    <a:pt x="2591" y="570"/>
                  </a:lnTo>
                  <a:lnTo>
                    <a:pt x="2591" y="168"/>
                  </a:lnTo>
                  <a:cubicBezTo>
                    <a:pt x="2580" y="78"/>
                    <a:pt x="2510" y="33"/>
                    <a:pt x="2439" y="33"/>
                  </a:cubicBezTo>
                  <a:cubicBezTo>
                    <a:pt x="2369" y="33"/>
                    <a:pt x="2299" y="78"/>
                    <a:pt x="2286" y="168"/>
                  </a:cubicBezTo>
                  <a:lnTo>
                    <a:pt x="2286" y="570"/>
                  </a:lnTo>
                  <a:lnTo>
                    <a:pt x="2011" y="570"/>
                  </a:lnTo>
                  <a:lnTo>
                    <a:pt x="2011" y="175"/>
                  </a:lnTo>
                  <a:cubicBezTo>
                    <a:pt x="2024" y="82"/>
                    <a:pt x="1952" y="1"/>
                    <a:pt x="1859" y="1"/>
                  </a:cubicBezTo>
                  <a:close/>
                </a:path>
              </a:pathLst>
            </a:custGeom>
            <a:solidFill>
              <a:srgbClr val="6130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37"/>
            <p:cNvSpPr/>
            <p:nvPr/>
          </p:nvSpPr>
          <p:spPr>
            <a:xfrm>
              <a:off x="2983925" y="3355775"/>
              <a:ext cx="208850" cy="90625"/>
            </a:xfrm>
            <a:custGeom>
              <a:rect b="b" l="l" r="r" t="t"/>
              <a:pathLst>
                <a:path extrusionOk="0" h="3625" w="8354">
                  <a:moveTo>
                    <a:pt x="342" y="1"/>
                  </a:moveTo>
                  <a:cubicBezTo>
                    <a:pt x="157" y="1"/>
                    <a:pt x="3" y="150"/>
                    <a:pt x="0" y="335"/>
                  </a:cubicBezTo>
                  <a:lnTo>
                    <a:pt x="0" y="3290"/>
                  </a:lnTo>
                  <a:cubicBezTo>
                    <a:pt x="3" y="3476"/>
                    <a:pt x="155" y="3624"/>
                    <a:pt x="338" y="3624"/>
                  </a:cubicBezTo>
                  <a:cubicBezTo>
                    <a:pt x="341" y="3624"/>
                    <a:pt x="343" y="3624"/>
                    <a:pt x="346" y="3624"/>
                  </a:cubicBezTo>
                  <a:lnTo>
                    <a:pt x="8005" y="3624"/>
                  </a:lnTo>
                  <a:cubicBezTo>
                    <a:pt x="8008" y="3624"/>
                    <a:pt x="8011" y="3624"/>
                    <a:pt x="8014" y="3624"/>
                  </a:cubicBezTo>
                  <a:cubicBezTo>
                    <a:pt x="8199" y="3624"/>
                    <a:pt x="8349" y="3476"/>
                    <a:pt x="8354" y="3290"/>
                  </a:cubicBezTo>
                  <a:lnTo>
                    <a:pt x="8354" y="335"/>
                  </a:lnTo>
                  <a:cubicBezTo>
                    <a:pt x="8349" y="150"/>
                    <a:pt x="8196" y="1"/>
                    <a:pt x="8010" y="1"/>
                  </a:cubicBezTo>
                  <a:cubicBezTo>
                    <a:pt x="8008" y="1"/>
                    <a:pt x="8007" y="1"/>
                    <a:pt x="8005" y="1"/>
                  </a:cubicBezTo>
                  <a:lnTo>
                    <a:pt x="346" y="1"/>
                  </a:lnTo>
                  <a:cubicBezTo>
                    <a:pt x="345" y="1"/>
                    <a:pt x="343" y="1"/>
                    <a:pt x="342" y="1"/>
                  </a:cubicBezTo>
                  <a:close/>
                </a:path>
              </a:pathLst>
            </a:custGeom>
            <a:solidFill>
              <a:srgbClr val="6130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37"/>
            <p:cNvSpPr/>
            <p:nvPr/>
          </p:nvSpPr>
          <p:spPr>
            <a:xfrm>
              <a:off x="2975525" y="3440225"/>
              <a:ext cx="225650" cy="19300"/>
            </a:xfrm>
            <a:custGeom>
              <a:rect b="b" l="l" r="r" t="t"/>
              <a:pathLst>
                <a:path extrusionOk="0" h="772" w="9026">
                  <a:moveTo>
                    <a:pt x="435" y="1"/>
                  </a:moveTo>
                  <a:cubicBezTo>
                    <a:pt x="194" y="1"/>
                    <a:pt x="0" y="172"/>
                    <a:pt x="0" y="386"/>
                  </a:cubicBezTo>
                  <a:cubicBezTo>
                    <a:pt x="0" y="597"/>
                    <a:pt x="194" y="771"/>
                    <a:pt x="435" y="771"/>
                  </a:cubicBezTo>
                  <a:lnTo>
                    <a:pt x="8591" y="771"/>
                  </a:lnTo>
                  <a:cubicBezTo>
                    <a:pt x="8832" y="771"/>
                    <a:pt x="9026" y="597"/>
                    <a:pt x="9026" y="386"/>
                  </a:cubicBezTo>
                  <a:cubicBezTo>
                    <a:pt x="9026" y="172"/>
                    <a:pt x="8832" y="1"/>
                    <a:pt x="8591" y="1"/>
                  </a:cubicBezTo>
                  <a:close/>
                </a:path>
              </a:pathLst>
            </a:custGeom>
            <a:solidFill>
              <a:srgbClr val="28355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37"/>
            <p:cNvSpPr/>
            <p:nvPr/>
          </p:nvSpPr>
          <p:spPr>
            <a:xfrm>
              <a:off x="3045525" y="3375800"/>
              <a:ext cx="85575" cy="40700"/>
            </a:xfrm>
            <a:custGeom>
              <a:rect b="b" l="l" r="r" t="t"/>
              <a:pathLst>
                <a:path extrusionOk="0" h="1628" w="3423">
                  <a:moveTo>
                    <a:pt x="1" y="0"/>
                  </a:moveTo>
                  <a:lnTo>
                    <a:pt x="1" y="1628"/>
                  </a:lnTo>
                  <a:lnTo>
                    <a:pt x="3423" y="1628"/>
                  </a:lnTo>
                  <a:lnTo>
                    <a:pt x="3423" y="0"/>
                  </a:lnTo>
                  <a:close/>
                </a:path>
              </a:pathLst>
            </a:custGeom>
            <a:solidFill>
              <a:srgbClr val="B85C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254" name="Google Shape;254;p37"/>
          <p:cNvCxnSpPr>
            <a:stCxn id="244" idx="1"/>
          </p:cNvCxnSpPr>
          <p:nvPr/>
        </p:nvCxnSpPr>
        <p:spPr>
          <a:xfrm flipH="1">
            <a:off x="3205726" y="1795401"/>
            <a:ext cx="2321400" cy="806700"/>
          </a:xfrm>
          <a:prstGeom prst="curvedConnector3">
            <a:avLst>
              <a:gd fmla="val 50000" name="adj1"/>
            </a:avLst>
          </a:prstGeom>
          <a:noFill/>
          <a:ln cap="flat" cmpd="sng" w="19050">
            <a:solidFill>
              <a:schemeClr val="lt1"/>
            </a:solidFill>
            <a:prstDash val="dash"/>
            <a:round/>
            <a:headEnd len="med" w="med" type="oval"/>
            <a:tailEnd len="med" w="med" type="triangle"/>
          </a:ln>
        </p:spPr>
      </p:cxnSp>
      <p:sp>
        <p:nvSpPr>
          <p:cNvPr id="255" name="Google Shape;255;p37"/>
          <p:cNvSpPr txBox="1"/>
          <p:nvPr/>
        </p:nvSpPr>
        <p:spPr>
          <a:xfrm>
            <a:off x="5966775" y="2418200"/>
            <a:ext cx="1857300" cy="76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Nunito Sans Light"/>
                <a:ea typeface="Nunito Sans Light"/>
                <a:cs typeface="Nunito Sans Light"/>
                <a:sym typeface="Nunito Sans Light"/>
              </a:rPr>
              <a:t>Any Questions?</a:t>
            </a:r>
            <a:endParaRPr sz="1800">
              <a:solidFill>
                <a:schemeClr val="dk1"/>
              </a:solidFill>
              <a:latin typeface="Nunito Sans Light"/>
              <a:ea typeface="Nunito Sans Light"/>
              <a:cs typeface="Nunito Sans Light"/>
              <a:sym typeface="Nunito Sans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merican Football Annual Championship MK Campaign by Slidesgo">
  <a:themeElements>
    <a:clrScheme name="Simple Light">
      <a:dk1>
        <a:srgbClr val="25100B"/>
      </a:dk1>
      <a:lt1>
        <a:srgbClr val="FFFFFF"/>
      </a:lt1>
      <a:dk2>
        <a:srgbClr val="595959"/>
      </a:dk2>
      <a:lt2>
        <a:srgbClr val="EEEEEE"/>
      </a:lt2>
      <a:accent1>
        <a:srgbClr val="1D2C52"/>
      </a:accent1>
      <a:accent2>
        <a:srgbClr val="B85C4F"/>
      </a:accent2>
      <a:accent3>
        <a:srgbClr val="DEAF6B"/>
      </a:accent3>
      <a:accent4>
        <a:srgbClr val="B6D6C7"/>
      </a:accent4>
      <a:accent5>
        <a:srgbClr val="90A364"/>
      </a:accent5>
      <a:accent6>
        <a:srgbClr val="8C463D"/>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